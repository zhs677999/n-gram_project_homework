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2" r:id="rId5"/>
    <p:sldId id="282" r:id="rId6"/>
    <p:sldId id="295" r:id="rId7"/>
    <p:sldId id="296" r:id="rId8"/>
    <p:sldId id="297" r:id="rId9"/>
    <p:sldId id="265" r:id="rId10"/>
    <p:sldId id="298" r:id="rId11"/>
    <p:sldId id="299" r:id="rId12"/>
    <p:sldId id="300" r:id="rId13"/>
    <p:sldId id="269" r:id="rId14"/>
    <p:sldId id="301" r:id="rId15"/>
    <p:sldId id="273" r:id="rId16"/>
    <p:sldId id="302" r:id="rId17"/>
    <p:sldId id="281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74963"/>
    <a:srgbClr val="BF9F7F"/>
    <a:srgbClr val="F4E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1" Type="http://schemas.openxmlformats.org/officeDocument/2006/relationships/tags" Target="../tags/tag122.xml"/><Relationship Id="rId20" Type="http://schemas.openxmlformats.org/officeDocument/2006/relationships/tags" Target="../tags/tag121.xml"/><Relationship Id="rId2" Type="http://schemas.openxmlformats.org/officeDocument/2006/relationships/tags" Target="../tags/tag103.xml"/><Relationship Id="rId19" Type="http://schemas.openxmlformats.org/officeDocument/2006/relationships/tags" Target="../tags/tag120.xml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7" Type="http://schemas.openxmlformats.org/officeDocument/2006/relationships/tags" Target="../tags/tag182.xml"/><Relationship Id="rId16" Type="http://schemas.openxmlformats.org/officeDocument/2006/relationships/tags" Target="../tags/tag181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7" Type="http://schemas.openxmlformats.org/officeDocument/2006/relationships/tags" Target="../tags/tag209.xml"/><Relationship Id="rId16" Type="http://schemas.openxmlformats.org/officeDocument/2006/relationships/tags" Target="../tags/tag208.xml"/><Relationship Id="rId15" Type="http://schemas.openxmlformats.org/officeDocument/2006/relationships/tags" Target="../tags/tag207.xml"/><Relationship Id="rId14" Type="http://schemas.openxmlformats.org/officeDocument/2006/relationships/tags" Target="../tags/tag206.xml"/><Relationship Id="rId13" Type="http://schemas.openxmlformats.org/officeDocument/2006/relationships/tags" Target="../tags/tag205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1" Type="http://schemas.openxmlformats.org/officeDocument/2006/relationships/tags" Target="../tags/tag229.xml"/><Relationship Id="rId20" Type="http://schemas.openxmlformats.org/officeDocument/2006/relationships/tags" Target="../tags/tag228.xml"/><Relationship Id="rId2" Type="http://schemas.openxmlformats.org/officeDocument/2006/relationships/tags" Target="../tags/tag210.xml"/><Relationship Id="rId19" Type="http://schemas.openxmlformats.org/officeDocument/2006/relationships/tags" Target="../tags/tag227.xml"/><Relationship Id="rId18" Type="http://schemas.openxmlformats.org/officeDocument/2006/relationships/tags" Target="../tags/tag226.xml"/><Relationship Id="rId17" Type="http://schemas.openxmlformats.org/officeDocument/2006/relationships/tags" Target="../tags/tag225.xml"/><Relationship Id="rId16" Type="http://schemas.openxmlformats.org/officeDocument/2006/relationships/tags" Target="../tags/tag224.xml"/><Relationship Id="rId15" Type="http://schemas.openxmlformats.org/officeDocument/2006/relationships/tags" Target="../tags/tag223.xml"/><Relationship Id="rId14" Type="http://schemas.openxmlformats.org/officeDocument/2006/relationships/tags" Target="../tags/tag222.xml"/><Relationship Id="rId13" Type="http://schemas.openxmlformats.org/officeDocument/2006/relationships/tags" Target="../tags/tag221.xml"/><Relationship Id="rId12" Type="http://schemas.openxmlformats.org/officeDocument/2006/relationships/tags" Target="../tags/tag220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tags" Target="../tags/tag241.xml"/><Relationship Id="rId7" Type="http://schemas.openxmlformats.org/officeDocument/2006/relationships/tags" Target="../tags/tag240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tags" Target="../tags/tag254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5" Type="http://schemas.openxmlformats.org/officeDocument/2006/relationships/tags" Target="../tags/tag260.xml"/><Relationship Id="rId4" Type="http://schemas.openxmlformats.org/officeDocument/2006/relationships/tags" Target="../tags/tag259.xml"/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80.xml"/><Relationship Id="rId8" Type="http://schemas.openxmlformats.org/officeDocument/2006/relationships/tags" Target="../tags/tag279.xml"/><Relationship Id="rId7" Type="http://schemas.openxmlformats.org/officeDocument/2006/relationships/tags" Target="../tags/tag278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8" Type="http://schemas.openxmlformats.org/officeDocument/2006/relationships/tags" Target="../tags/tag289.xml"/><Relationship Id="rId17" Type="http://schemas.openxmlformats.org/officeDocument/2006/relationships/tags" Target="../tags/tag288.xml"/><Relationship Id="rId16" Type="http://schemas.openxmlformats.org/officeDocument/2006/relationships/tags" Target="../tags/tag287.xml"/><Relationship Id="rId15" Type="http://schemas.openxmlformats.org/officeDocument/2006/relationships/tags" Target="../tags/tag286.xml"/><Relationship Id="rId14" Type="http://schemas.openxmlformats.org/officeDocument/2006/relationships/tags" Target="../tags/tag285.xml"/><Relationship Id="rId13" Type="http://schemas.openxmlformats.org/officeDocument/2006/relationships/tags" Target="../tags/tag284.xml"/><Relationship Id="rId12" Type="http://schemas.openxmlformats.org/officeDocument/2006/relationships/tags" Target="../tags/tag283.xml"/><Relationship Id="rId11" Type="http://schemas.openxmlformats.org/officeDocument/2006/relationships/tags" Target="../tags/tag282.xml"/><Relationship Id="rId10" Type="http://schemas.openxmlformats.org/officeDocument/2006/relationships/tags" Target="../tags/tag281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97.xml"/><Relationship Id="rId8" Type="http://schemas.openxmlformats.org/officeDocument/2006/relationships/tags" Target="../tags/tag296.xml"/><Relationship Id="rId7" Type="http://schemas.openxmlformats.org/officeDocument/2006/relationships/tags" Target="../tags/tag295.xml"/><Relationship Id="rId6" Type="http://schemas.openxmlformats.org/officeDocument/2006/relationships/tags" Target="../tags/tag294.xml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7" Type="http://schemas.openxmlformats.org/officeDocument/2006/relationships/tags" Target="../tags/tag305.xml"/><Relationship Id="rId16" Type="http://schemas.openxmlformats.org/officeDocument/2006/relationships/tags" Target="../tags/tag304.xml"/><Relationship Id="rId15" Type="http://schemas.openxmlformats.org/officeDocument/2006/relationships/tags" Target="../tags/tag303.xml"/><Relationship Id="rId14" Type="http://schemas.openxmlformats.org/officeDocument/2006/relationships/tags" Target="../tags/tag302.xml"/><Relationship Id="rId13" Type="http://schemas.openxmlformats.org/officeDocument/2006/relationships/tags" Target="../tags/tag301.xml"/><Relationship Id="rId12" Type="http://schemas.openxmlformats.org/officeDocument/2006/relationships/tags" Target="../tags/tag300.xml"/><Relationship Id="rId11" Type="http://schemas.openxmlformats.org/officeDocument/2006/relationships/tags" Target="../tags/tag299.xml"/><Relationship Id="rId10" Type="http://schemas.openxmlformats.org/officeDocument/2006/relationships/tags" Target="../tags/tag298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313.xml"/><Relationship Id="rId8" Type="http://schemas.openxmlformats.org/officeDocument/2006/relationships/tags" Target="../tags/tag312.xml"/><Relationship Id="rId7" Type="http://schemas.openxmlformats.org/officeDocument/2006/relationships/tags" Target="../tags/tag311.xml"/><Relationship Id="rId6" Type="http://schemas.openxmlformats.org/officeDocument/2006/relationships/tags" Target="../tags/tag310.xml"/><Relationship Id="rId5" Type="http://schemas.openxmlformats.org/officeDocument/2006/relationships/tags" Target="../tags/tag309.xml"/><Relationship Id="rId4" Type="http://schemas.openxmlformats.org/officeDocument/2006/relationships/tags" Target="../tags/tag308.xml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7" Type="http://schemas.openxmlformats.org/officeDocument/2006/relationships/tags" Target="../tags/tag321.xml"/><Relationship Id="rId16" Type="http://schemas.openxmlformats.org/officeDocument/2006/relationships/tags" Target="../tags/tag320.xml"/><Relationship Id="rId15" Type="http://schemas.openxmlformats.org/officeDocument/2006/relationships/tags" Target="../tags/tag319.xml"/><Relationship Id="rId14" Type="http://schemas.openxmlformats.org/officeDocument/2006/relationships/tags" Target="../tags/tag318.xml"/><Relationship Id="rId13" Type="http://schemas.openxmlformats.org/officeDocument/2006/relationships/tags" Target="../tags/tag317.xml"/><Relationship Id="rId12" Type="http://schemas.openxmlformats.org/officeDocument/2006/relationships/tags" Target="../tags/tag316.xml"/><Relationship Id="rId11" Type="http://schemas.openxmlformats.org/officeDocument/2006/relationships/tags" Target="../tags/tag315.xml"/><Relationship Id="rId10" Type="http://schemas.openxmlformats.org/officeDocument/2006/relationships/tags" Target="../tags/tag314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329.xml"/><Relationship Id="rId8" Type="http://schemas.openxmlformats.org/officeDocument/2006/relationships/tags" Target="../tags/tag328.xml"/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8" Type="http://schemas.openxmlformats.org/officeDocument/2006/relationships/tags" Target="../tags/tag338.xml"/><Relationship Id="rId17" Type="http://schemas.openxmlformats.org/officeDocument/2006/relationships/tags" Target="../tags/tag337.xml"/><Relationship Id="rId16" Type="http://schemas.openxmlformats.org/officeDocument/2006/relationships/tags" Target="../tags/tag336.xml"/><Relationship Id="rId15" Type="http://schemas.openxmlformats.org/officeDocument/2006/relationships/tags" Target="../tags/tag335.xml"/><Relationship Id="rId14" Type="http://schemas.openxmlformats.org/officeDocument/2006/relationships/tags" Target="../tags/tag334.xml"/><Relationship Id="rId13" Type="http://schemas.openxmlformats.org/officeDocument/2006/relationships/tags" Target="../tags/tag333.xml"/><Relationship Id="rId12" Type="http://schemas.openxmlformats.org/officeDocument/2006/relationships/tags" Target="../tags/tag332.xml"/><Relationship Id="rId11" Type="http://schemas.openxmlformats.org/officeDocument/2006/relationships/tags" Target="../tags/tag331.xml"/><Relationship Id="rId10" Type="http://schemas.openxmlformats.org/officeDocument/2006/relationships/tags" Target="../tags/tag33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+mj-ea"/>
              <a:ea typeface="+mj-ea"/>
              <a:sym typeface="+mn-ea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6"/>
            </p:custDataLst>
          </p:nvPr>
        </p:nvSpPr>
        <p:spPr>
          <a:xfrm flipH="1">
            <a:off x="1941195" y="2013585"/>
            <a:ext cx="2813050" cy="2831465"/>
          </a:xfrm>
          <a:custGeom>
            <a:avLst/>
            <a:gdLst>
              <a:gd name="connsiteX0" fmla="*/ 2214375 w 4462562"/>
              <a:gd name="connsiteY0" fmla="*/ 0 h 4491272"/>
              <a:gd name="connsiteX1" fmla="*/ 3472290 w 4462562"/>
              <a:gd name="connsiteY1" fmla="*/ 833802 h 4491272"/>
              <a:gd name="connsiteX2" fmla="*/ 3516123 w 4462562"/>
              <a:gd name="connsiteY2" fmla="*/ 953561 h 4491272"/>
              <a:gd name="connsiteX3" fmla="*/ 3628760 w 4462562"/>
              <a:gd name="connsiteY3" fmla="*/ 994787 h 4491272"/>
              <a:gd name="connsiteX4" fmla="*/ 4462562 w 4462562"/>
              <a:gd name="connsiteY4" fmla="*/ 2252702 h 4491272"/>
              <a:gd name="connsiteX5" fmla="*/ 3628761 w 4462562"/>
              <a:gd name="connsiteY5" fmla="*/ 3510617 h 4491272"/>
              <a:gd name="connsiteX6" fmla="*/ 3510150 w 4462562"/>
              <a:gd name="connsiteY6" fmla="*/ 3554029 h 4491272"/>
              <a:gd name="connsiteX7" fmla="*/ 3472290 w 4462562"/>
              <a:gd name="connsiteY7" fmla="*/ 3657470 h 4491272"/>
              <a:gd name="connsiteX8" fmla="*/ 2214375 w 4462562"/>
              <a:gd name="connsiteY8" fmla="*/ 4491272 h 4491272"/>
              <a:gd name="connsiteX9" fmla="*/ 956460 w 4462562"/>
              <a:gd name="connsiteY9" fmla="*/ 3657470 h 4491272"/>
              <a:gd name="connsiteX10" fmla="*/ 913370 w 4462562"/>
              <a:gd name="connsiteY10" fmla="*/ 3539739 h 4491272"/>
              <a:gd name="connsiteX11" fmla="*/ 833802 w 4462562"/>
              <a:gd name="connsiteY11" fmla="*/ 3510617 h 4491272"/>
              <a:gd name="connsiteX12" fmla="*/ 0 w 4462562"/>
              <a:gd name="connsiteY12" fmla="*/ 2252702 h 4491272"/>
              <a:gd name="connsiteX13" fmla="*/ 833802 w 4462562"/>
              <a:gd name="connsiteY13" fmla="*/ 994787 h 4491272"/>
              <a:gd name="connsiteX14" fmla="*/ 908434 w 4462562"/>
              <a:gd name="connsiteY14" fmla="*/ 967472 h 4491272"/>
              <a:gd name="connsiteX15" fmla="*/ 910553 w 4462562"/>
              <a:gd name="connsiteY15" fmla="*/ 959231 h 4491272"/>
              <a:gd name="connsiteX16" fmla="*/ 2214375 w 4462562"/>
              <a:gd name="connsiteY16" fmla="*/ 0 h 44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2562" h="4491272">
                <a:moveTo>
                  <a:pt x="2214375" y="0"/>
                </a:moveTo>
                <a:cubicBezTo>
                  <a:pt x="2779860" y="0"/>
                  <a:pt x="3265042" y="343811"/>
                  <a:pt x="3472290" y="833802"/>
                </a:cubicBezTo>
                <a:lnTo>
                  <a:pt x="3516123" y="953561"/>
                </a:lnTo>
                <a:lnTo>
                  <a:pt x="3628760" y="994787"/>
                </a:lnTo>
                <a:cubicBezTo>
                  <a:pt x="4118751" y="1202036"/>
                  <a:pt x="4462562" y="1687218"/>
                  <a:pt x="4462562" y="2252702"/>
                </a:cubicBezTo>
                <a:cubicBezTo>
                  <a:pt x="4462562" y="2818186"/>
                  <a:pt x="4118751" y="3303369"/>
                  <a:pt x="3628761" y="3510617"/>
                </a:cubicBezTo>
                <a:lnTo>
                  <a:pt x="3510150" y="3554029"/>
                </a:lnTo>
                <a:lnTo>
                  <a:pt x="3472290" y="3657470"/>
                </a:lnTo>
                <a:cubicBezTo>
                  <a:pt x="3265042" y="4147461"/>
                  <a:pt x="2779860" y="4491272"/>
                  <a:pt x="2214375" y="4491272"/>
                </a:cubicBezTo>
                <a:cubicBezTo>
                  <a:pt x="1648891" y="4491272"/>
                  <a:pt x="1163709" y="4147461"/>
                  <a:pt x="956460" y="3657470"/>
                </a:cubicBezTo>
                <a:lnTo>
                  <a:pt x="913370" y="3539739"/>
                </a:lnTo>
                <a:lnTo>
                  <a:pt x="833802" y="3510617"/>
                </a:lnTo>
                <a:cubicBezTo>
                  <a:pt x="343811" y="3303369"/>
                  <a:pt x="0" y="2818186"/>
                  <a:pt x="0" y="2252702"/>
                </a:cubicBezTo>
                <a:cubicBezTo>
                  <a:pt x="0" y="1687218"/>
                  <a:pt x="343811" y="1202036"/>
                  <a:pt x="833802" y="994787"/>
                </a:cubicBezTo>
                <a:lnTo>
                  <a:pt x="908434" y="967472"/>
                </a:lnTo>
                <a:lnTo>
                  <a:pt x="910553" y="959231"/>
                </a:lnTo>
                <a:cubicBezTo>
                  <a:pt x="1083403" y="403501"/>
                  <a:pt x="1601767" y="0"/>
                  <a:pt x="22143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3" name="任意多边形: 形状 22"/>
          <p:cNvSpPr/>
          <p:nvPr userDrawn="1">
            <p:custDataLst>
              <p:tags r:id="rId7"/>
            </p:custDataLst>
          </p:nvPr>
        </p:nvSpPr>
        <p:spPr>
          <a:xfrm flipH="1">
            <a:off x="1875155" y="1946910"/>
            <a:ext cx="2945765" cy="2964815"/>
          </a:xfrm>
          <a:custGeom>
            <a:avLst/>
            <a:gdLst>
              <a:gd name="connsiteX0" fmla="*/ 2214375 w 4462562"/>
              <a:gd name="connsiteY0" fmla="*/ 0 h 4491272"/>
              <a:gd name="connsiteX1" fmla="*/ 3472290 w 4462562"/>
              <a:gd name="connsiteY1" fmla="*/ 833802 h 4491272"/>
              <a:gd name="connsiteX2" fmla="*/ 3516123 w 4462562"/>
              <a:gd name="connsiteY2" fmla="*/ 953561 h 4491272"/>
              <a:gd name="connsiteX3" fmla="*/ 3628760 w 4462562"/>
              <a:gd name="connsiteY3" fmla="*/ 994787 h 4491272"/>
              <a:gd name="connsiteX4" fmla="*/ 4462562 w 4462562"/>
              <a:gd name="connsiteY4" fmla="*/ 2252702 h 4491272"/>
              <a:gd name="connsiteX5" fmla="*/ 3628761 w 4462562"/>
              <a:gd name="connsiteY5" fmla="*/ 3510617 h 4491272"/>
              <a:gd name="connsiteX6" fmla="*/ 3510150 w 4462562"/>
              <a:gd name="connsiteY6" fmla="*/ 3554029 h 4491272"/>
              <a:gd name="connsiteX7" fmla="*/ 3472290 w 4462562"/>
              <a:gd name="connsiteY7" fmla="*/ 3657470 h 4491272"/>
              <a:gd name="connsiteX8" fmla="*/ 2214375 w 4462562"/>
              <a:gd name="connsiteY8" fmla="*/ 4491272 h 4491272"/>
              <a:gd name="connsiteX9" fmla="*/ 956460 w 4462562"/>
              <a:gd name="connsiteY9" fmla="*/ 3657470 h 4491272"/>
              <a:gd name="connsiteX10" fmla="*/ 913370 w 4462562"/>
              <a:gd name="connsiteY10" fmla="*/ 3539739 h 4491272"/>
              <a:gd name="connsiteX11" fmla="*/ 833802 w 4462562"/>
              <a:gd name="connsiteY11" fmla="*/ 3510617 h 4491272"/>
              <a:gd name="connsiteX12" fmla="*/ 0 w 4462562"/>
              <a:gd name="connsiteY12" fmla="*/ 2252702 h 4491272"/>
              <a:gd name="connsiteX13" fmla="*/ 833802 w 4462562"/>
              <a:gd name="connsiteY13" fmla="*/ 994787 h 4491272"/>
              <a:gd name="connsiteX14" fmla="*/ 908434 w 4462562"/>
              <a:gd name="connsiteY14" fmla="*/ 967472 h 4491272"/>
              <a:gd name="connsiteX15" fmla="*/ 910553 w 4462562"/>
              <a:gd name="connsiteY15" fmla="*/ 959231 h 4491272"/>
              <a:gd name="connsiteX16" fmla="*/ 2214375 w 4462562"/>
              <a:gd name="connsiteY16" fmla="*/ 0 h 44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2562" h="4491272">
                <a:moveTo>
                  <a:pt x="2214375" y="0"/>
                </a:moveTo>
                <a:cubicBezTo>
                  <a:pt x="2779860" y="0"/>
                  <a:pt x="3265042" y="343811"/>
                  <a:pt x="3472290" y="833802"/>
                </a:cubicBezTo>
                <a:lnTo>
                  <a:pt x="3516123" y="953561"/>
                </a:lnTo>
                <a:lnTo>
                  <a:pt x="3628760" y="994787"/>
                </a:lnTo>
                <a:cubicBezTo>
                  <a:pt x="4118751" y="1202036"/>
                  <a:pt x="4462562" y="1687218"/>
                  <a:pt x="4462562" y="2252702"/>
                </a:cubicBezTo>
                <a:cubicBezTo>
                  <a:pt x="4462562" y="2818186"/>
                  <a:pt x="4118751" y="3303369"/>
                  <a:pt x="3628761" y="3510617"/>
                </a:cubicBezTo>
                <a:lnTo>
                  <a:pt x="3510150" y="3554029"/>
                </a:lnTo>
                <a:lnTo>
                  <a:pt x="3472290" y="3657470"/>
                </a:lnTo>
                <a:cubicBezTo>
                  <a:pt x="3265042" y="4147461"/>
                  <a:pt x="2779860" y="4491272"/>
                  <a:pt x="2214375" y="4491272"/>
                </a:cubicBezTo>
                <a:cubicBezTo>
                  <a:pt x="1648891" y="4491272"/>
                  <a:pt x="1163709" y="4147461"/>
                  <a:pt x="956460" y="3657470"/>
                </a:cubicBezTo>
                <a:lnTo>
                  <a:pt x="913370" y="3539739"/>
                </a:lnTo>
                <a:lnTo>
                  <a:pt x="833802" y="3510617"/>
                </a:lnTo>
                <a:cubicBezTo>
                  <a:pt x="343811" y="3303369"/>
                  <a:pt x="0" y="2818186"/>
                  <a:pt x="0" y="2252702"/>
                </a:cubicBezTo>
                <a:cubicBezTo>
                  <a:pt x="0" y="1687218"/>
                  <a:pt x="343811" y="1202036"/>
                  <a:pt x="833802" y="994787"/>
                </a:cubicBezTo>
                <a:lnTo>
                  <a:pt x="908434" y="967472"/>
                </a:lnTo>
                <a:lnTo>
                  <a:pt x="910553" y="959231"/>
                </a:lnTo>
                <a:cubicBezTo>
                  <a:pt x="1083403" y="403501"/>
                  <a:pt x="1601767" y="0"/>
                  <a:pt x="2214375" y="0"/>
                </a:cubicBezTo>
                <a:close/>
              </a:path>
            </a:pathLst>
          </a:cu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5" name="任意多边形: 形状 24"/>
          <p:cNvSpPr/>
          <p:nvPr userDrawn="1">
            <p:custDataLst>
              <p:tags r:id="rId8"/>
            </p:custDataLst>
          </p:nvPr>
        </p:nvSpPr>
        <p:spPr>
          <a:xfrm rot="7310889" flipH="1" flipV="1">
            <a:off x="3075305" y="4203700"/>
            <a:ext cx="297180" cy="297180"/>
          </a:xfrm>
          <a:custGeom>
            <a:avLst/>
            <a:gdLst>
              <a:gd name="connsiteX0" fmla="*/ 1143616 w 1340074"/>
              <a:gd name="connsiteY0" fmla="*/ 673 h 1340221"/>
              <a:gd name="connsiteX1" fmla="*/ 1290347 w 1340074"/>
              <a:gd name="connsiteY1" fmla="*/ 49667 h 1340221"/>
              <a:gd name="connsiteX2" fmla="*/ 983706 w 1340074"/>
              <a:gd name="connsiteY2" fmla="*/ 986491 h 1340221"/>
              <a:gd name="connsiteX3" fmla="*/ 46887 w 1340074"/>
              <a:gd name="connsiteY3" fmla="*/ 1293135 h 1340221"/>
              <a:gd name="connsiteX4" fmla="*/ 353847 w 1340074"/>
              <a:gd name="connsiteY4" fmla="*/ 356629 h 1340221"/>
              <a:gd name="connsiteX5" fmla="*/ 1143616 w 1340074"/>
              <a:gd name="connsiteY5" fmla="*/ 673 h 1340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0074" h="1340221">
                <a:moveTo>
                  <a:pt x="1143616" y="673"/>
                </a:moveTo>
                <a:cubicBezTo>
                  <a:pt x="1210001" y="4125"/>
                  <a:pt x="1261500" y="20820"/>
                  <a:pt x="1290347" y="49667"/>
                </a:cubicBezTo>
                <a:cubicBezTo>
                  <a:pt x="1405736" y="165057"/>
                  <a:pt x="1327004" y="642872"/>
                  <a:pt x="983706" y="986491"/>
                </a:cubicBezTo>
                <a:cubicBezTo>
                  <a:pt x="640089" y="1329792"/>
                  <a:pt x="156220" y="1402468"/>
                  <a:pt x="46887" y="1293135"/>
                </a:cubicBezTo>
                <a:cubicBezTo>
                  <a:pt x="-62127" y="1184120"/>
                  <a:pt x="10549" y="699930"/>
                  <a:pt x="353847" y="356629"/>
                </a:cubicBezTo>
                <a:cubicBezTo>
                  <a:pt x="611321" y="99154"/>
                  <a:pt x="944459" y="-9681"/>
                  <a:pt x="1143616" y="673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9"/>
            </p:custDataLst>
          </p:nvPr>
        </p:nvSpPr>
        <p:spPr>
          <a:xfrm flipH="1">
            <a:off x="1915160" y="3504565"/>
            <a:ext cx="1778635" cy="763905"/>
          </a:xfrm>
          <a:custGeom>
            <a:avLst/>
            <a:gdLst>
              <a:gd name="connsiteX0" fmla="*/ 1768510 w 1778558"/>
              <a:gd name="connsiteY0" fmla="*/ 0 h 763675"/>
              <a:gd name="connsiteX1" fmla="*/ 1105319 w 1778558"/>
              <a:gd name="connsiteY1" fmla="*/ 291402 h 763675"/>
              <a:gd name="connsiteX2" fmla="*/ 522514 w 1778558"/>
              <a:gd name="connsiteY2" fmla="*/ 572756 h 763675"/>
              <a:gd name="connsiteX3" fmla="*/ 0 w 1778558"/>
              <a:gd name="connsiteY3" fmla="*/ 653143 h 763675"/>
              <a:gd name="connsiteX4" fmla="*/ 462224 w 1778558"/>
              <a:gd name="connsiteY4" fmla="*/ 643094 h 763675"/>
              <a:gd name="connsiteX5" fmla="*/ 422031 w 1778558"/>
              <a:gd name="connsiteY5" fmla="*/ 763675 h 763675"/>
              <a:gd name="connsiteX6" fmla="*/ 663191 w 1778558"/>
              <a:gd name="connsiteY6" fmla="*/ 572756 h 763675"/>
              <a:gd name="connsiteX7" fmla="*/ 1778558 w 1778558"/>
              <a:gd name="connsiteY7" fmla="*/ 120580 h 763675"/>
              <a:gd name="connsiteX8" fmla="*/ 1768510 w 1778558"/>
              <a:gd name="connsiteY8" fmla="*/ 0 h 763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8558" h="763675">
                <a:moveTo>
                  <a:pt x="1768510" y="0"/>
                </a:moveTo>
                <a:lnTo>
                  <a:pt x="1105319" y="291402"/>
                </a:lnTo>
                <a:lnTo>
                  <a:pt x="522514" y="572756"/>
                </a:lnTo>
                <a:lnTo>
                  <a:pt x="0" y="653143"/>
                </a:lnTo>
                <a:lnTo>
                  <a:pt x="462224" y="643094"/>
                </a:lnTo>
                <a:lnTo>
                  <a:pt x="422031" y="763675"/>
                </a:lnTo>
                <a:lnTo>
                  <a:pt x="663191" y="572756"/>
                </a:lnTo>
                <a:lnTo>
                  <a:pt x="1778558" y="120580"/>
                </a:lnTo>
                <a:lnTo>
                  <a:pt x="176851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ree-swallow_92029"/>
          <p:cNvSpPr/>
          <p:nvPr userDrawn="1">
            <p:custDataLst>
              <p:tags r:id="rId10"/>
            </p:custDataLst>
          </p:nvPr>
        </p:nvSpPr>
        <p:spPr>
          <a:xfrm>
            <a:off x="2266315" y="3225165"/>
            <a:ext cx="894080" cy="643255"/>
          </a:xfrm>
          <a:custGeom>
            <a:avLst/>
            <a:gdLst>
              <a:gd name="T0" fmla="*/ 4733 w 4752"/>
              <a:gd name="T1" fmla="*/ 735 h 3424"/>
              <a:gd name="T2" fmla="*/ 4564 w 4752"/>
              <a:gd name="T3" fmla="*/ 469 h 3424"/>
              <a:gd name="T4" fmla="*/ 3964 w 4752"/>
              <a:gd name="T5" fmla="*/ 0 h 3424"/>
              <a:gd name="T6" fmla="*/ 3788 w 4752"/>
              <a:gd name="T7" fmla="*/ 27 h 3424"/>
              <a:gd name="T8" fmla="*/ 3205 w 4752"/>
              <a:gd name="T9" fmla="*/ 526 h 3424"/>
              <a:gd name="T10" fmla="*/ 3084 w 4752"/>
              <a:gd name="T11" fmla="*/ 694 h 3424"/>
              <a:gd name="T12" fmla="*/ 2615 w 4752"/>
              <a:gd name="T13" fmla="*/ 1089 h 3424"/>
              <a:gd name="T14" fmla="*/ 2104 w 4752"/>
              <a:gd name="T15" fmla="*/ 1513 h 3424"/>
              <a:gd name="T16" fmla="*/ 1992 w 4752"/>
              <a:gd name="T17" fmla="*/ 1614 h 3424"/>
              <a:gd name="T18" fmla="*/ 1588 w 4752"/>
              <a:gd name="T19" fmla="*/ 2003 h 3424"/>
              <a:gd name="T20" fmla="*/ 1316 w 4752"/>
              <a:gd name="T21" fmla="*/ 2217 h 3424"/>
              <a:gd name="T22" fmla="*/ 1274 w 4752"/>
              <a:gd name="T23" fmla="*/ 2244 h 3424"/>
              <a:gd name="T24" fmla="*/ 1119 w 4752"/>
              <a:gd name="T25" fmla="*/ 2305 h 3424"/>
              <a:gd name="T26" fmla="*/ 977 w 4752"/>
              <a:gd name="T27" fmla="*/ 2357 h 3424"/>
              <a:gd name="T28" fmla="*/ 960 w 4752"/>
              <a:gd name="T29" fmla="*/ 2387 h 3424"/>
              <a:gd name="T30" fmla="*/ 972 w 4752"/>
              <a:gd name="T31" fmla="*/ 2416 h 3424"/>
              <a:gd name="T32" fmla="*/ 1158 w 4752"/>
              <a:gd name="T33" fmla="*/ 2504 h 3424"/>
              <a:gd name="T34" fmla="*/ 1134 w 4752"/>
              <a:gd name="T35" fmla="*/ 2519 h 3424"/>
              <a:gd name="T36" fmla="*/ 967 w 4752"/>
              <a:gd name="T37" fmla="*/ 2614 h 3424"/>
              <a:gd name="T38" fmla="*/ 4 w 4752"/>
              <a:gd name="T39" fmla="*/ 3308 h 3424"/>
              <a:gd name="T40" fmla="*/ 8 w 4752"/>
              <a:gd name="T41" fmla="*/ 3337 h 3424"/>
              <a:gd name="T42" fmla="*/ 58 w 4752"/>
              <a:gd name="T43" fmla="*/ 3349 h 3424"/>
              <a:gd name="T44" fmla="*/ 250 w 4752"/>
              <a:gd name="T45" fmla="*/ 3271 h 3424"/>
              <a:gd name="T46" fmla="*/ 145 w 4752"/>
              <a:gd name="T47" fmla="*/ 3373 h 3424"/>
              <a:gd name="T48" fmla="*/ 111 w 4752"/>
              <a:gd name="T49" fmla="*/ 3415 h 3424"/>
              <a:gd name="T50" fmla="*/ 115 w 4752"/>
              <a:gd name="T51" fmla="*/ 3424 h 3424"/>
              <a:gd name="T52" fmla="*/ 124 w 4752"/>
              <a:gd name="T53" fmla="*/ 3424 h 3424"/>
              <a:gd name="T54" fmla="*/ 126 w 4752"/>
              <a:gd name="T55" fmla="*/ 3424 h 3424"/>
              <a:gd name="T56" fmla="*/ 915 w 4752"/>
              <a:gd name="T57" fmla="*/ 3184 h 3424"/>
              <a:gd name="T58" fmla="*/ 1685 w 4752"/>
              <a:gd name="T59" fmla="*/ 2955 h 3424"/>
              <a:gd name="T60" fmla="*/ 1716 w 4752"/>
              <a:gd name="T61" fmla="*/ 2953 h 3424"/>
              <a:gd name="T62" fmla="*/ 1855 w 4752"/>
              <a:gd name="T63" fmla="*/ 2959 h 3424"/>
              <a:gd name="T64" fmla="*/ 2245 w 4752"/>
              <a:gd name="T65" fmla="*/ 2970 h 3424"/>
              <a:gd name="T66" fmla="*/ 3316 w 4752"/>
              <a:gd name="T67" fmla="*/ 2793 h 3424"/>
              <a:gd name="T68" fmla="*/ 4043 w 4752"/>
              <a:gd name="T69" fmla="*/ 2245 h 3424"/>
              <a:gd name="T70" fmla="*/ 4251 w 4752"/>
              <a:gd name="T71" fmla="*/ 1207 h 3424"/>
              <a:gd name="T72" fmla="*/ 4316 w 4752"/>
              <a:gd name="T73" fmla="*/ 1093 h 3424"/>
              <a:gd name="T74" fmla="*/ 4457 w 4752"/>
              <a:gd name="T75" fmla="*/ 842 h 3424"/>
              <a:gd name="T76" fmla="*/ 4592 w 4752"/>
              <a:gd name="T77" fmla="*/ 807 h 3424"/>
              <a:gd name="T78" fmla="*/ 4739 w 4752"/>
              <a:gd name="T79" fmla="*/ 771 h 3424"/>
              <a:gd name="T80" fmla="*/ 4750 w 4752"/>
              <a:gd name="T81" fmla="*/ 760 h 3424"/>
              <a:gd name="T82" fmla="*/ 4733 w 4752"/>
              <a:gd name="T83" fmla="*/ 735 h 3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752" h="3424">
                <a:moveTo>
                  <a:pt x="4733" y="735"/>
                </a:moveTo>
                <a:cubicBezTo>
                  <a:pt x="4699" y="709"/>
                  <a:pt x="4610" y="642"/>
                  <a:pt x="4564" y="469"/>
                </a:cubicBezTo>
                <a:cubicBezTo>
                  <a:pt x="4532" y="349"/>
                  <a:pt x="4321" y="0"/>
                  <a:pt x="3964" y="0"/>
                </a:cubicBezTo>
                <a:cubicBezTo>
                  <a:pt x="3907" y="0"/>
                  <a:pt x="3848" y="9"/>
                  <a:pt x="3788" y="27"/>
                </a:cubicBezTo>
                <a:cubicBezTo>
                  <a:pt x="3479" y="117"/>
                  <a:pt x="3334" y="335"/>
                  <a:pt x="3205" y="526"/>
                </a:cubicBezTo>
                <a:cubicBezTo>
                  <a:pt x="3164" y="588"/>
                  <a:pt x="3126" y="645"/>
                  <a:pt x="3084" y="694"/>
                </a:cubicBezTo>
                <a:cubicBezTo>
                  <a:pt x="3045" y="741"/>
                  <a:pt x="2836" y="910"/>
                  <a:pt x="2615" y="1089"/>
                </a:cubicBezTo>
                <a:cubicBezTo>
                  <a:pt x="2415" y="1251"/>
                  <a:pt x="2208" y="1418"/>
                  <a:pt x="2104" y="1513"/>
                </a:cubicBezTo>
                <a:cubicBezTo>
                  <a:pt x="2067" y="1547"/>
                  <a:pt x="2030" y="1581"/>
                  <a:pt x="1992" y="1614"/>
                </a:cubicBezTo>
                <a:cubicBezTo>
                  <a:pt x="1856" y="1737"/>
                  <a:pt x="1716" y="1863"/>
                  <a:pt x="1588" y="2003"/>
                </a:cubicBezTo>
                <a:cubicBezTo>
                  <a:pt x="1508" y="2091"/>
                  <a:pt x="1415" y="2152"/>
                  <a:pt x="1316" y="2217"/>
                </a:cubicBezTo>
                <a:cubicBezTo>
                  <a:pt x="1302" y="2226"/>
                  <a:pt x="1288" y="2235"/>
                  <a:pt x="1274" y="2244"/>
                </a:cubicBezTo>
                <a:cubicBezTo>
                  <a:pt x="1227" y="2276"/>
                  <a:pt x="1172" y="2291"/>
                  <a:pt x="1119" y="2305"/>
                </a:cubicBezTo>
                <a:cubicBezTo>
                  <a:pt x="1071" y="2318"/>
                  <a:pt x="1022" y="2332"/>
                  <a:pt x="977" y="2357"/>
                </a:cubicBezTo>
                <a:cubicBezTo>
                  <a:pt x="967" y="2363"/>
                  <a:pt x="961" y="2374"/>
                  <a:pt x="960" y="2387"/>
                </a:cubicBezTo>
                <a:cubicBezTo>
                  <a:pt x="959" y="2398"/>
                  <a:pt x="964" y="2409"/>
                  <a:pt x="972" y="2416"/>
                </a:cubicBezTo>
                <a:cubicBezTo>
                  <a:pt x="1022" y="2453"/>
                  <a:pt x="1086" y="2484"/>
                  <a:pt x="1158" y="2504"/>
                </a:cubicBezTo>
                <a:cubicBezTo>
                  <a:pt x="1149" y="2510"/>
                  <a:pt x="1141" y="2514"/>
                  <a:pt x="1134" y="2519"/>
                </a:cubicBezTo>
                <a:cubicBezTo>
                  <a:pt x="1102" y="2539"/>
                  <a:pt x="1042" y="2572"/>
                  <a:pt x="967" y="2614"/>
                </a:cubicBezTo>
                <a:cubicBezTo>
                  <a:pt x="655" y="2787"/>
                  <a:pt x="74" y="3110"/>
                  <a:pt x="4" y="3308"/>
                </a:cubicBezTo>
                <a:cubicBezTo>
                  <a:pt x="0" y="3318"/>
                  <a:pt x="2" y="3328"/>
                  <a:pt x="8" y="3337"/>
                </a:cubicBezTo>
                <a:cubicBezTo>
                  <a:pt x="18" y="3352"/>
                  <a:pt x="41" y="3358"/>
                  <a:pt x="58" y="3349"/>
                </a:cubicBezTo>
                <a:cubicBezTo>
                  <a:pt x="181" y="3290"/>
                  <a:pt x="231" y="3274"/>
                  <a:pt x="250" y="3271"/>
                </a:cubicBezTo>
                <a:cubicBezTo>
                  <a:pt x="236" y="3295"/>
                  <a:pt x="171" y="3351"/>
                  <a:pt x="145" y="3373"/>
                </a:cubicBezTo>
                <a:cubicBezTo>
                  <a:pt x="109" y="3405"/>
                  <a:pt x="108" y="3405"/>
                  <a:pt x="111" y="3415"/>
                </a:cubicBezTo>
                <a:lnTo>
                  <a:pt x="115" y="3424"/>
                </a:lnTo>
                <a:lnTo>
                  <a:pt x="124" y="3424"/>
                </a:lnTo>
                <a:lnTo>
                  <a:pt x="126" y="3424"/>
                </a:lnTo>
                <a:cubicBezTo>
                  <a:pt x="377" y="3383"/>
                  <a:pt x="651" y="3282"/>
                  <a:pt x="915" y="3184"/>
                </a:cubicBezTo>
                <a:cubicBezTo>
                  <a:pt x="1192" y="3082"/>
                  <a:pt x="1453" y="2985"/>
                  <a:pt x="1685" y="2955"/>
                </a:cubicBezTo>
                <a:cubicBezTo>
                  <a:pt x="1692" y="2954"/>
                  <a:pt x="1702" y="2953"/>
                  <a:pt x="1716" y="2953"/>
                </a:cubicBezTo>
                <a:cubicBezTo>
                  <a:pt x="1748" y="2953"/>
                  <a:pt x="1795" y="2956"/>
                  <a:pt x="1855" y="2959"/>
                </a:cubicBezTo>
                <a:cubicBezTo>
                  <a:pt x="1955" y="2963"/>
                  <a:pt x="2092" y="2970"/>
                  <a:pt x="2245" y="2970"/>
                </a:cubicBezTo>
                <a:cubicBezTo>
                  <a:pt x="2693" y="2970"/>
                  <a:pt x="3054" y="2911"/>
                  <a:pt x="3316" y="2793"/>
                </a:cubicBezTo>
                <a:cubicBezTo>
                  <a:pt x="3669" y="2635"/>
                  <a:pt x="3893" y="2466"/>
                  <a:pt x="4043" y="2245"/>
                </a:cubicBezTo>
                <a:cubicBezTo>
                  <a:pt x="4221" y="1983"/>
                  <a:pt x="4289" y="1643"/>
                  <a:pt x="4251" y="1207"/>
                </a:cubicBezTo>
                <a:cubicBezTo>
                  <a:pt x="4248" y="1180"/>
                  <a:pt x="4280" y="1139"/>
                  <a:pt x="4316" y="1093"/>
                </a:cubicBezTo>
                <a:cubicBezTo>
                  <a:pt x="4366" y="1028"/>
                  <a:pt x="4429" y="947"/>
                  <a:pt x="4457" y="842"/>
                </a:cubicBezTo>
                <a:cubicBezTo>
                  <a:pt x="4488" y="831"/>
                  <a:pt x="4539" y="819"/>
                  <a:pt x="4592" y="807"/>
                </a:cubicBezTo>
                <a:cubicBezTo>
                  <a:pt x="4642" y="796"/>
                  <a:pt x="4692" y="785"/>
                  <a:pt x="4739" y="771"/>
                </a:cubicBezTo>
                <a:cubicBezTo>
                  <a:pt x="4745" y="769"/>
                  <a:pt x="4749" y="765"/>
                  <a:pt x="4750" y="760"/>
                </a:cubicBezTo>
                <a:cubicBezTo>
                  <a:pt x="4752" y="750"/>
                  <a:pt x="4745" y="744"/>
                  <a:pt x="4733" y="735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任意多边形: 形状 27"/>
          <p:cNvSpPr/>
          <p:nvPr userDrawn="1">
            <p:custDataLst>
              <p:tags r:id="rId11"/>
            </p:custDataLst>
          </p:nvPr>
        </p:nvSpPr>
        <p:spPr>
          <a:xfrm flipH="1">
            <a:off x="3373283" y="2996565"/>
            <a:ext cx="1376517" cy="1185545"/>
          </a:xfrm>
          <a:custGeom>
            <a:avLst/>
            <a:gdLst>
              <a:gd name="connsiteX0" fmla="*/ 548838 w 1364681"/>
              <a:gd name="connsiteY0" fmla="*/ 773663 h 1185358"/>
              <a:gd name="connsiteX1" fmla="*/ 549308 w 1364681"/>
              <a:gd name="connsiteY1" fmla="*/ 776172 h 1185358"/>
              <a:gd name="connsiteX2" fmla="*/ 549111 w 1364681"/>
              <a:gd name="connsiteY2" fmla="*/ 776736 h 1185358"/>
              <a:gd name="connsiteX3" fmla="*/ 259537 w 1364681"/>
              <a:gd name="connsiteY3" fmla="*/ 0 h 1185358"/>
              <a:gd name="connsiteX4" fmla="*/ 289170 w 1364681"/>
              <a:gd name="connsiteY4" fmla="*/ 257608 h 1185358"/>
              <a:gd name="connsiteX5" fmla="*/ 266509 w 1364681"/>
              <a:gd name="connsiteY5" fmla="*/ 492589 h 1185358"/>
              <a:gd name="connsiteX6" fmla="*/ 332747 w 1364681"/>
              <a:gd name="connsiteY6" fmla="*/ 610949 h 1185358"/>
              <a:gd name="connsiteX7" fmla="*/ 367610 w 1364681"/>
              <a:gd name="connsiteY7" fmla="*/ 429927 h 1185358"/>
              <a:gd name="connsiteX8" fmla="*/ 461738 w 1364681"/>
              <a:gd name="connsiteY8" fmla="*/ 186244 h 1185358"/>
              <a:gd name="connsiteX9" fmla="*/ 432105 w 1364681"/>
              <a:gd name="connsiteY9" fmla="*/ 445593 h 1185358"/>
              <a:gd name="connsiteX10" fmla="*/ 358894 w 1364681"/>
              <a:gd name="connsiteY10" fmla="*/ 663167 h 1185358"/>
              <a:gd name="connsiteX11" fmla="*/ 446050 w 1364681"/>
              <a:gd name="connsiteY11" fmla="*/ 1009545 h 1185358"/>
              <a:gd name="connsiteX12" fmla="*/ 527976 w 1364681"/>
              <a:gd name="connsiteY12" fmla="*/ 833745 h 1185358"/>
              <a:gd name="connsiteX13" fmla="*/ 524490 w 1364681"/>
              <a:gd name="connsiteY13" fmla="*/ 828523 h 1185358"/>
              <a:gd name="connsiteX14" fmla="*/ 534948 w 1364681"/>
              <a:gd name="connsiteY14" fmla="*/ 816339 h 1185358"/>
              <a:gd name="connsiteX15" fmla="*/ 545843 w 1364681"/>
              <a:gd name="connsiteY15" fmla="*/ 786096 h 1185358"/>
              <a:gd name="connsiteX16" fmla="*/ 549111 w 1364681"/>
              <a:gd name="connsiteY16" fmla="*/ 776736 h 1185358"/>
              <a:gd name="connsiteX17" fmla="*/ 549111 w 1364681"/>
              <a:gd name="connsiteY17" fmla="*/ 776741 h 1185358"/>
              <a:gd name="connsiteX18" fmla="*/ 549674 w 1364681"/>
              <a:gd name="connsiteY18" fmla="*/ 778130 h 1185358"/>
              <a:gd name="connsiteX19" fmla="*/ 550636 w 1364681"/>
              <a:gd name="connsiteY19" fmla="*/ 783268 h 1185358"/>
              <a:gd name="connsiteX20" fmla="*/ 551426 w 1364681"/>
              <a:gd name="connsiteY20" fmla="*/ 782452 h 1185358"/>
              <a:gd name="connsiteX21" fmla="*/ 549674 w 1364681"/>
              <a:gd name="connsiteY21" fmla="*/ 778130 h 1185358"/>
              <a:gd name="connsiteX22" fmla="*/ 549308 w 1364681"/>
              <a:gd name="connsiteY22" fmla="*/ 776172 h 1185358"/>
              <a:gd name="connsiteX23" fmla="*/ 554123 w 1364681"/>
              <a:gd name="connsiteY23" fmla="*/ 762381 h 1185358"/>
              <a:gd name="connsiteX24" fmla="*/ 548430 w 1364681"/>
              <a:gd name="connsiteY24" fmla="*/ 769071 h 1185358"/>
              <a:gd name="connsiteX25" fmla="*/ 548838 w 1364681"/>
              <a:gd name="connsiteY25" fmla="*/ 773663 h 1185358"/>
              <a:gd name="connsiteX26" fmla="*/ 547940 w 1364681"/>
              <a:gd name="connsiteY26" fmla="*/ 768867 h 1185358"/>
              <a:gd name="connsiteX27" fmla="*/ 780727 w 1364681"/>
              <a:gd name="connsiteY27" fmla="*/ 428187 h 1185358"/>
              <a:gd name="connsiteX28" fmla="*/ 1113661 w 1364681"/>
              <a:gd name="connsiteY28" fmla="*/ 161876 h 1185358"/>
              <a:gd name="connsiteX29" fmla="*/ 859167 w 1364681"/>
              <a:gd name="connsiteY29" fmla="*/ 503032 h 1185358"/>
              <a:gd name="connsiteX30" fmla="*/ 561095 w 1364681"/>
              <a:gd name="connsiteY30" fmla="*/ 758900 h 1185358"/>
              <a:gd name="connsiteX31" fmla="*/ 559352 w 1364681"/>
              <a:gd name="connsiteY31" fmla="*/ 804155 h 1185358"/>
              <a:gd name="connsiteX32" fmla="*/ 939350 w 1364681"/>
              <a:gd name="connsiteY32" fmla="*/ 741494 h 1185358"/>
              <a:gd name="connsiteX33" fmla="*/ 1364669 w 1364681"/>
              <a:gd name="connsiteY33" fmla="*/ 760640 h 1185358"/>
              <a:gd name="connsiteX34" fmla="*/ 948066 w 1364681"/>
              <a:gd name="connsiteY34" fmla="*/ 849411 h 1185358"/>
              <a:gd name="connsiteX35" fmla="*/ 554123 w 1364681"/>
              <a:gd name="connsiteY35" fmla="*/ 845929 h 1185358"/>
              <a:gd name="connsiteX36" fmla="*/ 442564 w 1364681"/>
              <a:gd name="connsiteY36" fmla="*/ 1127906 h 1185358"/>
              <a:gd name="connsiteX37" fmla="*/ 442564 w 1364681"/>
              <a:gd name="connsiteY37" fmla="*/ 1126165 h 1185358"/>
              <a:gd name="connsiteX38" fmla="*/ 433782 w 1364681"/>
              <a:gd name="connsiteY38" fmla="*/ 1185358 h 1185358"/>
              <a:gd name="connsiteX39" fmla="*/ 409926 w 1364681"/>
              <a:gd name="connsiteY39" fmla="*/ 1173146 h 1185358"/>
              <a:gd name="connsiteX40" fmla="*/ 308758 w 1364681"/>
              <a:gd name="connsiteY40" fmla="*/ 1101219 h 1185358"/>
              <a:gd name="connsiteX41" fmla="*/ 306177 w 1364681"/>
              <a:gd name="connsiteY41" fmla="*/ 1098759 h 1185358"/>
              <a:gd name="connsiteX42" fmla="*/ 306601 w 1364681"/>
              <a:gd name="connsiteY42" fmla="*/ 1094345 h 1185358"/>
              <a:gd name="connsiteX43" fmla="*/ 212473 w 1364681"/>
              <a:gd name="connsiteY43" fmla="*/ 985177 h 1185358"/>
              <a:gd name="connsiteX44" fmla="*/ 184408 w 1364681"/>
              <a:gd name="connsiteY44" fmla="*/ 971573 h 1185358"/>
              <a:gd name="connsiteX45" fmla="*/ 142558 w 1364681"/>
              <a:gd name="connsiteY45" fmla="*/ 918310 h 1185358"/>
              <a:gd name="connsiteX46" fmla="*/ 92255 w 1364681"/>
              <a:gd name="connsiteY46" fmla="*/ 830791 h 1185358"/>
              <a:gd name="connsiteX47" fmla="*/ 183494 w 1364681"/>
              <a:gd name="connsiteY47" fmla="*/ 890967 h 1185358"/>
              <a:gd name="connsiteX48" fmla="*/ 317059 w 1364681"/>
              <a:gd name="connsiteY48" fmla="*/ 939922 h 1185358"/>
              <a:gd name="connsiteX49" fmla="*/ 184583 w 1364681"/>
              <a:gd name="connsiteY49" fmla="*/ 428187 h 1185358"/>
              <a:gd name="connsiteX50" fmla="*/ 184583 w 1364681"/>
              <a:gd name="connsiteY50" fmla="*/ 429927 h 1185358"/>
              <a:gd name="connsiteX51" fmla="*/ 3681 w 1364681"/>
              <a:gd name="connsiteY51" fmla="*/ 380483 h 1185358"/>
              <a:gd name="connsiteX52" fmla="*/ 0 w 1364681"/>
              <a:gd name="connsiteY52" fmla="*/ 378767 h 1185358"/>
              <a:gd name="connsiteX53" fmla="*/ 5499 w 1364681"/>
              <a:gd name="connsiteY53" fmla="*/ 306086 h 1185358"/>
              <a:gd name="connsiteX54" fmla="*/ 6479 w 1364681"/>
              <a:gd name="connsiteY54" fmla="*/ 301836 h 1185358"/>
              <a:gd name="connsiteX55" fmla="*/ 21248 w 1364681"/>
              <a:gd name="connsiteY55" fmla="*/ 309554 h 1185358"/>
              <a:gd name="connsiteX56" fmla="*/ 179354 w 1364681"/>
              <a:gd name="connsiteY56" fmla="*/ 417743 h 1185358"/>
              <a:gd name="connsiteX57" fmla="*/ 161923 w 1364681"/>
              <a:gd name="connsiteY57" fmla="*/ 363785 h 1185358"/>
              <a:gd name="connsiteX58" fmla="*/ 76864 w 1364681"/>
              <a:gd name="connsiteY58" fmla="*/ 223531 h 1185358"/>
              <a:gd name="connsiteX59" fmla="*/ 45093 w 1364681"/>
              <a:gd name="connsiteY59" fmla="*/ 153773 h 1185358"/>
              <a:gd name="connsiteX60" fmla="*/ 78906 w 1364681"/>
              <a:gd name="connsiteY60" fmla="*/ 67954 h 1185358"/>
              <a:gd name="connsiteX61" fmla="*/ 102657 w 1364681"/>
              <a:gd name="connsiteY61" fmla="*/ 120101 h 1185358"/>
              <a:gd name="connsiteX62" fmla="*/ 177611 w 1364681"/>
              <a:gd name="connsiteY62" fmla="*/ 358563 h 1185358"/>
              <a:gd name="connsiteX63" fmla="*/ 231647 w 1364681"/>
              <a:gd name="connsiteY63" fmla="*/ 436890 h 1185358"/>
              <a:gd name="connsiteX64" fmla="*/ 224675 w 1364681"/>
              <a:gd name="connsiteY64" fmla="*/ 257608 h 1185358"/>
              <a:gd name="connsiteX65" fmla="*/ 259537 w 1364681"/>
              <a:gd name="connsiteY65" fmla="*/ 0 h 1185358"/>
              <a:gd name="connsiteX0-1" fmla="*/ 548838 w 1364681"/>
              <a:gd name="connsiteY0-2" fmla="*/ 773663 h 1185358"/>
              <a:gd name="connsiteX1-3" fmla="*/ 549308 w 1364681"/>
              <a:gd name="connsiteY1-4" fmla="*/ 776172 h 1185358"/>
              <a:gd name="connsiteX2-5" fmla="*/ 549111 w 1364681"/>
              <a:gd name="connsiteY2-6" fmla="*/ 776736 h 1185358"/>
              <a:gd name="connsiteX3-7" fmla="*/ 548838 w 1364681"/>
              <a:gd name="connsiteY3-8" fmla="*/ 773663 h 1185358"/>
              <a:gd name="connsiteX4-9" fmla="*/ 259537 w 1364681"/>
              <a:gd name="connsiteY4-10" fmla="*/ 0 h 1185358"/>
              <a:gd name="connsiteX5-11" fmla="*/ 289170 w 1364681"/>
              <a:gd name="connsiteY5-12" fmla="*/ 257608 h 1185358"/>
              <a:gd name="connsiteX6-13" fmla="*/ 266509 w 1364681"/>
              <a:gd name="connsiteY6-14" fmla="*/ 492589 h 1185358"/>
              <a:gd name="connsiteX7-15" fmla="*/ 332747 w 1364681"/>
              <a:gd name="connsiteY7-16" fmla="*/ 610949 h 1185358"/>
              <a:gd name="connsiteX8-17" fmla="*/ 367610 w 1364681"/>
              <a:gd name="connsiteY8-18" fmla="*/ 429927 h 1185358"/>
              <a:gd name="connsiteX9-19" fmla="*/ 461738 w 1364681"/>
              <a:gd name="connsiteY9-20" fmla="*/ 186244 h 1185358"/>
              <a:gd name="connsiteX10-21" fmla="*/ 432105 w 1364681"/>
              <a:gd name="connsiteY10-22" fmla="*/ 445593 h 1185358"/>
              <a:gd name="connsiteX11-23" fmla="*/ 358894 w 1364681"/>
              <a:gd name="connsiteY11-24" fmla="*/ 663167 h 1185358"/>
              <a:gd name="connsiteX12-25" fmla="*/ 446050 w 1364681"/>
              <a:gd name="connsiteY12-26" fmla="*/ 1009545 h 1185358"/>
              <a:gd name="connsiteX13-27" fmla="*/ 527976 w 1364681"/>
              <a:gd name="connsiteY13-28" fmla="*/ 833745 h 1185358"/>
              <a:gd name="connsiteX14-29" fmla="*/ 524490 w 1364681"/>
              <a:gd name="connsiteY14-30" fmla="*/ 828523 h 1185358"/>
              <a:gd name="connsiteX15-31" fmla="*/ 534948 w 1364681"/>
              <a:gd name="connsiteY15-32" fmla="*/ 816339 h 1185358"/>
              <a:gd name="connsiteX16-33" fmla="*/ 545843 w 1364681"/>
              <a:gd name="connsiteY16-34" fmla="*/ 786096 h 1185358"/>
              <a:gd name="connsiteX17-35" fmla="*/ 549111 w 1364681"/>
              <a:gd name="connsiteY17-36" fmla="*/ 776736 h 1185358"/>
              <a:gd name="connsiteX18-37" fmla="*/ 549111 w 1364681"/>
              <a:gd name="connsiteY18-38" fmla="*/ 776741 h 1185358"/>
              <a:gd name="connsiteX19-39" fmla="*/ 549674 w 1364681"/>
              <a:gd name="connsiteY19-40" fmla="*/ 778130 h 1185358"/>
              <a:gd name="connsiteX20-41" fmla="*/ 550636 w 1364681"/>
              <a:gd name="connsiteY20-42" fmla="*/ 783268 h 1185358"/>
              <a:gd name="connsiteX21-43" fmla="*/ 551426 w 1364681"/>
              <a:gd name="connsiteY21-44" fmla="*/ 782452 h 1185358"/>
              <a:gd name="connsiteX22-45" fmla="*/ 549674 w 1364681"/>
              <a:gd name="connsiteY22-46" fmla="*/ 778130 h 1185358"/>
              <a:gd name="connsiteX23-47" fmla="*/ 549308 w 1364681"/>
              <a:gd name="connsiteY23-48" fmla="*/ 776172 h 1185358"/>
              <a:gd name="connsiteX24-49" fmla="*/ 554123 w 1364681"/>
              <a:gd name="connsiteY24-50" fmla="*/ 762381 h 1185358"/>
              <a:gd name="connsiteX25-51" fmla="*/ 548430 w 1364681"/>
              <a:gd name="connsiteY25-52" fmla="*/ 769071 h 1185358"/>
              <a:gd name="connsiteX26-53" fmla="*/ 548838 w 1364681"/>
              <a:gd name="connsiteY26-54" fmla="*/ 773663 h 1185358"/>
              <a:gd name="connsiteX27-55" fmla="*/ 547940 w 1364681"/>
              <a:gd name="connsiteY27-56" fmla="*/ 768867 h 1185358"/>
              <a:gd name="connsiteX28-57" fmla="*/ 780727 w 1364681"/>
              <a:gd name="connsiteY28-58" fmla="*/ 428187 h 1185358"/>
              <a:gd name="connsiteX29-59" fmla="*/ 975541 w 1364681"/>
              <a:gd name="connsiteY29-60" fmla="*/ 111878 h 1185358"/>
              <a:gd name="connsiteX30-61" fmla="*/ 859167 w 1364681"/>
              <a:gd name="connsiteY30-62" fmla="*/ 503032 h 1185358"/>
              <a:gd name="connsiteX31-63" fmla="*/ 561095 w 1364681"/>
              <a:gd name="connsiteY31-64" fmla="*/ 758900 h 1185358"/>
              <a:gd name="connsiteX32-65" fmla="*/ 559352 w 1364681"/>
              <a:gd name="connsiteY32-66" fmla="*/ 804155 h 1185358"/>
              <a:gd name="connsiteX33-67" fmla="*/ 939350 w 1364681"/>
              <a:gd name="connsiteY33-68" fmla="*/ 741494 h 1185358"/>
              <a:gd name="connsiteX34-69" fmla="*/ 1364669 w 1364681"/>
              <a:gd name="connsiteY34-70" fmla="*/ 760640 h 1185358"/>
              <a:gd name="connsiteX35-71" fmla="*/ 948066 w 1364681"/>
              <a:gd name="connsiteY35-72" fmla="*/ 849411 h 1185358"/>
              <a:gd name="connsiteX36-73" fmla="*/ 554123 w 1364681"/>
              <a:gd name="connsiteY36-74" fmla="*/ 845929 h 1185358"/>
              <a:gd name="connsiteX37-75" fmla="*/ 442564 w 1364681"/>
              <a:gd name="connsiteY37-76" fmla="*/ 1127906 h 1185358"/>
              <a:gd name="connsiteX38-77" fmla="*/ 442564 w 1364681"/>
              <a:gd name="connsiteY38-78" fmla="*/ 1126165 h 1185358"/>
              <a:gd name="connsiteX39-79" fmla="*/ 433782 w 1364681"/>
              <a:gd name="connsiteY39-80" fmla="*/ 1185358 h 1185358"/>
              <a:gd name="connsiteX40-81" fmla="*/ 409926 w 1364681"/>
              <a:gd name="connsiteY40-82" fmla="*/ 1173146 h 1185358"/>
              <a:gd name="connsiteX41-83" fmla="*/ 308758 w 1364681"/>
              <a:gd name="connsiteY41-84" fmla="*/ 1101219 h 1185358"/>
              <a:gd name="connsiteX42-85" fmla="*/ 306177 w 1364681"/>
              <a:gd name="connsiteY42-86" fmla="*/ 1098759 h 1185358"/>
              <a:gd name="connsiteX43-87" fmla="*/ 306601 w 1364681"/>
              <a:gd name="connsiteY43-88" fmla="*/ 1094345 h 1185358"/>
              <a:gd name="connsiteX44-89" fmla="*/ 212473 w 1364681"/>
              <a:gd name="connsiteY44-90" fmla="*/ 985177 h 1185358"/>
              <a:gd name="connsiteX45-91" fmla="*/ 184408 w 1364681"/>
              <a:gd name="connsiteY45-92" fmla="*/ 971573 h 1185358"/>
              <a:gd name="connsiteX46-93" fmla="*/ 142558 w 1364681"/>
              <a:gd name="connsiteY46-94" fmla="*/ 918310 h 1185358"/>
              <a:gd name="connsiteX47-95" fmla="*/ 92255 w 1364681"/>
              <a:gd name="connsiteY47-96" fmla="*/ 830791 h 1185358"/>
              <a:gd name="connsiteX48-97" fmla="*/ 183494 w 1364681"/>
              <a:gd name="connsiteY48-98" fmla="*/ 890967 h 1185358"/>
              <a:gd name="connsiteX49-99" fmla="*/ 317059 w 1364681"/>
              <a:gd name="connsiteY49-100" fmla="*/ 939922 h 1185358"/>
              <a:gd name="connsiteX50-101" fmla="*/ 184583 w 1364681"/>
              <a:gd name="connsiteY50-102" fmla="*/ 428187 h 1185358"/>
              <a:gd name="connsiteX51-103" fmla="*/ 184583 w 1364681"/>
              <a:gd name="connsiteY51-104" fmla="*/ 429927 h 1185358"/>
              <a:gd name="connsiteX52-105" fmla="*/ 3681 w 1364681"/>
              <a:gd name="connsiteY52-106" fmla="*/ 380483 h 1185358"/>
              <a:gd name="connsiteX53-107" fmla="*/ 0 w 1364681"/>
              <a:gd name="connsiteY53-108" fmla="*/ 378767 h 1185358"/>
              <a:gd name="connsiteX54-109" fmla="*/ 5499 w 1364681"/>
              <a:gd name="connsiteY54-110" fmla="*/ 306086 h 1185358"/>
              <a:gd name="connsiteX55-111" fmla="*/ 6479 w 1364681"/>
              <a:gd name="connsiteY55-112" fmla="*/ 301836 h 1185358"/>
              <a:gd name="connsiteX56-113" fmla="*/ 21248 w 1364681"/>
              <a:gd name="connsiteY56-114" fmla="*/ 309554 h 1185358"/>
              <a:gd name="connsiteX57-115" fmla="*/ 179354 w 1364681"/>
              <a:gd name="connsiteY57-116" fmla="*/ 417743 h 1185358"/>
              <a:gd name="connsiteX58-117" fmla="*/ 161923 w 1364681"/>
              <a:gd name="connsiteY58-118" fmla="*/ 363785 h 1185358"/>
              <a:gd name="connsiteX59-119" fmla="*/ 76864 w 1364681"/>
              <a:gd name="connsiteY59-120" fmla="*/ 223531 h 1185358"/>
              <a:gd name="connsiteX60-121" fmla="*/ 45093 w 1364681"/>
              <a:gd name="connsiteY60-122" fmla="*/ 153773 h 1185358"/>
              <a:gd name="connsiteX61-123" fmla="*/ 78906 w 1364681"/>
              <a:gd name="connsiteY61-124" fmla="*/ 67954 h 1185358"/>
              <a:gd name="connsiteX62-125" fmla="*/ 102657 w 1364681"/>
              <a:gd name="connsiteY62-126" fmla="*/ 120101 h 1185358"/>
              <a:gd name="connsiteX63-127" fmla="*/ 177611 w 1364681"/>
              <a:gd name="connsiteY63-128" fmla="*/ 358563 h 1185358"/>
              <a:gd name="connsiteX64-129" fmla="*/ 231647 w 1364681"/>
              <a:gd name="connsiteY64-130" fmla="*/ 436890 h 1185358"/>
              <a:gd name="connsiteX65-131" fmla="*/ 224675 w 1364681"/>
              <a:gd name="connsiteY65-132" fmla="*/ 257608 h 1185358"/>
              <a:gd name="connsiteX66" fmla="*/ 259537 w 1364681"/>
              <a:gd name="connsiteY66" fmla="*/ 0 h 1185358"/>
              <a:gd name="connsiteX0-133" fmla="*/ 548838 w 1364681"/>
              <a:gd name="connsiteY0-134" fmla="*/ 773663 h 1185358"/>
              <a:gd name="connsiteX1-135" fmla="*/ 549308 w 1364681"/>
              <a:gd name="connsiteY1-136" fmla="*/ 776172 h 1185358"/>
              <a:gd name="connsiteX2-137" fmla="*/ 549111 w 1364681"/>
              <a:gd name="connsiteY2-138" fmla="*/ 776736 h 1185358"/>
              <a:gd name="connsiteX3-139" fmla="*/ 548838 w 1364681"/>
              <a:gd name="connsiteY3-140" fmla="*/ 773663 h 1185358"/>
              <a:gd name="connsiteX4-141" fmla="*/ 259537 w 1364681"/>
              <a:gd name="connsiteY4-142" fmla="*/ 0 h 1185358"/>
              <a:gd name="connsiteX5-143" fmla="*/ 289170 w 1364681"/>
              <a:gd name="connsiteY5-144" fmla="*/ 257608 h 1185358"/>
              <a:gd name="connsiteX6-145" fmla="*/ 266509 w 1364681"/>
              <a:gd name="connsiteY6-146" fmla="*/ 492589 h 1185358"/>
              <a:gd name="connsiteX7-147" fmla="*/ 332747 w 1364681"/>
              <a:gd name="connsiteY7-148" fmla="*/ 610949 h 1185358"/>
              <a:gd name="connsiteX8-149" fmla="*/ 367610 w 1364681"/>
              <a:gd name="connsiteY8-150" fmla="*/ 429927 h 1185358"/>
              <a:gd name="connsiteX9-151" fmla="*/ 461738 w 1364681"/>
              <a:gd name="connsiteY9-152" fmla="*/ 186244 h 1185358"/>
              <a:gd name="connsiteX10-153" fmla="*/ 432105 w 1364681"/>
              <a:gd name="connsiteY10-154" fmla="*/ 445593 h 1185358"/>
              <a:gd name="connsiteX11-155" fmla="*/ 358894 w 1364681"/>
              <a:gd name="connsiteY11-156" fmla="*/ 663167 h 1185358"/>
              <a:gd name="connsiteX12-157" fmla="*/ 446050 w 1364681"/>
              <a:gd name="connsiteY12-158" fmla="*/ 1009545 h 1185358"/>
              <a:gd name="connsiteX13-159" fmla="*/ 527976 w 1364681"/>
              <a:gd name="connsiteY13-160" fmla="*/ 833745 h 1185358"/>
              <a:gd name="connsiteX14-161" fmla="*/ 524490 w 1364681"/>
              <a:gd name="connsiteY14-162" fmla="*/ 828523 h 1185358"/>
              <a:gd name="connsiteX15-163" fmla="*/ 534948 w 1364681"/>
              <a:gd name="connsiteY15-164" fmla="*/ 816339 h 1185358"/>
              <a:gd name="connsiteX16-165" fmla="*/ 545843 w 1364681"/>
              <a:gd name="connsiteY16-166" fmla="*/ 786096 h 1185358"/>
              <a:gd name="connsiteX17-167" fmla="*/ 549111 w 1364681"/>
              <a:gd name="connsiteY17-168" fmla="*/ 776736 h 1185358"/>
              <a:gd name="connsiteX18-169" fmla="*/ 549111 w 1364681"/>
              <a:gd name="connsiteY18-170" fmla="*/ 776741 h 1185358"/>
              <a:gd name="connsiteX19-171" fmla="*/ 549674 w 1364681"/>
              <a:gd name="connsiteY19-172" fmla="*/ 778130 h 1185358"/>
              <a:gd name="connsiteX20-173" fmla="*/ 550636 w 1364681"/>
              <a:gd name="connsiteY20-174" fmla="*/ 783268 h 1185358"/>
              <a:gd name="connsiteX21-175" fmla="*/ 551426 w 1364681"/>
              <a:gd name="connsiteY21-176" fmla="*/ 782452 h 1185358"/>
              <a:gd name="connsiteX22-177" fmla="*/ 549674 w 1364681"/>
              <a:gd name="connsiteY22-178" fmla="*/ 778130 h 1185358"/>
              <a:gd name="connsiteX23-179" fmla="*/ 549308 w 1364681"/>
              <a:gd name="connsiteY23-180" fmla="*/ 776172 h 1185358"/>
              <a:gd name="connsiteX24-181" fmla="*/ 554123 w 1364681"/>
              <a:gd name="connsiteY24-182" fmla="*/ 762381 h 1185358"/>
              <a:gd name="connsiteX25-183" fmla="*/ 548430 w 1364681"/>
              <a:gd name="connsiteY25-184" fmla="*/ 769071 h 1185358"/>
              <a:gd name="connsiteX26-185" fmla="*/ 548838 w 1364681"/>
              <a:gd name="connsiteY26-186" fmla="*/ 773663 h 1185358"/>
              <a:gd name="connsiteX27-187" fmla="*/ 547940 w 1364681"/>
              <a:gd name="connsiteY27-188" fmla="*/ 768867 h 1185358"/>
              <a:gd name="connsiteX28-189" fmla="*/ 773582 w 1364681"/>
              <a:gd name="connsiteY28-190" fmla="*/ 425807 h 1185358"/>
              <a:gd name="connsiteX29-191" fmla="*/ 975541 w 1364681"/>
              <a:gd name="connsiteY29-192" fmla="*/ 111878 h 1185358"/>
              <a:gd name="connsiteX30-193" fmla="*/ 859167 w 1364681"/>
              <a:gd name="connsiteY30-194" fmla="*/ 503032 h 1185358"/>
              <a:gd name="connsiteX31-195" fmla="*/ 561095 w 1364681"/>
              <a:gd name="connsiteY31-196" fmla="*/ 758900 h 1185358"/>
              <a:gd name="connsiteX32-197" fmla="*/ 559352 w 1364681"/>
              <a:gd name="connsiteY32-198" fmla="*/ 804155 h 1185358"/>
              <a:gd name="connsiteX33-199" fmla="*/ 939350 w 1364681"/>
              <a:gd name="connsiteY33-200" fmla="*/ 741494 h 1185358"/>
              <a:gd name="connsiteX34-201" fmla="*/ 1364669 w 1364681"/>
              <a:gd name="connsiteY34-202" fmla="*/ 760640 h 1185358"/>
              <a:gd name="connsiteX35-203" fmla="*/ 948066 w 1364681"/>
              <a:gd name="connsiteY35-204" fmla="*/ 849411 h 1185358"/>
              <a:gd name="connsiteX36-205" fmla="*/ 554123 w 1364681"/>
              <a:gd name="connsiteY36-206" fmla="*/ 845929 h 1185358"/>
              <a:gd name="connsiteX37-207" fmla="*/ 442564 w 1364681"/>
              <a:gd name="connsiteY37-208" fmla="*/ 1127906 h 1185358"/>
              <a:gd name="connsiteX38-209" fmla="*/ 442564 w 1364681"/>
              <a:gd name="connsiteY38-210" fmla="*/ 1126165 h 1185358"/>
              <a:gd name="connsiteX39-211" fmla="*/ 433782 w 1364681"/>
              <a:gd name="connsiteY39-212" fmla="*/ 1185358 h 1185358"/>
              <a:gd name="connsiteX40-213" fmla="*/ 409926 w 1364681"/>
              <a:gd name="connsiteY40-214" fmla="*/ 1173146 h 1185358"/>
              <a:gd name="connsiteX41-215" fmla="*/ 308758 w 1364681"/>
              <a:gd name="connsiteY41-216" fmla="*/ 1101219 h 1185358"/>
              <a:gd name="connsiteX42-217" fmla="*/ 306177 w 1364681"/>
              <a:gd name="connsiteY42-218" fmla="*/ 1098759 h 1185358"/>
              <a:gd name="connsiteX43-219" fmla="*/ 306601 w 1364681"/>
              <a:gd name="connsiteY43-220" fmla="*/ 1094345 h 1185358"/>
              <a:gd name="connsiteX44-221" fmla="*/ 212473 w 1364681"/>
              <a:gd name="connsiteY44-222" fmla="*/ 985177 h 1185358"/>
              <a:gd name="connsiteX45-223" fmla="*/ 184408 w 1364681"/>
              <a:gd name="connsiteY45-224" fmla="*/ 971573 h 1185358"/>
              <a:gd name="connsiteX46-225" fmla="*/ 142558 w 1364681"/>
              <a:gd name="connsiteY46-226" fmla="*/ 918310 h 1185358"/>
              <a:gd name="connsiteX47-227" fmla="*/ 92255 w 1364681"/>
              <a:gd name="connsiteY47-228" fmla="*/ 830791 h 1185358"/>
              <a:gd name="connsiteX48-229" fmla="*/ 183494 w 1364681"/>
              <a:gd name="connsiteY48-230" fmla="*/ 890967 h 1185358"/>
              <a:gd name="connsiteX49-231" fmla="*/ 317059 w 1364681"/>
              <a:gd name="connsiteY49-232" fmla="*/ 939922 h 1185358"/>
              <a:gd name="connsiteX50-233" fmla="*/ 184583 w 1364681"/>
              <a:gd name="connsiteY50-234" fmla="*/ 428187 h 1185358"/>
              <a:gd name="connsiteX51-235" fmla="*/ 184583 w 1364681"/>
              <a:gd name="connsiteY51-236" fmla="*/ 429927 h 1185358"/>
              <a:gd name="connsiteX52-237" fmla="*/ 3681 w 1364681"/>
              <a:gd name="connsiteY52-238" fmla="*/ 380483 h 1185358"/>
              <a:gd name="connsiteX53-239" fmla="*/ 0 w 1364681"/>
              <a:gd name="connsiteY53-240" fmla="*/ 378767 h 1185358"/>
              <a:gd name="connsiteX54-241" fmla="*/ 5499 w 1364681"/>
              <a:gd name="connsiteY54-242" fmla="*/ 306086 h 1185358"/>
              <a:gd name="connsiteX55-243" fmla="*/ 6479 w 1364681"/>
              <a:gd name="connsiteY55-244" fmla="*/ 301836 h 1185358"/>
              <a:gd name="connsiteX56-245" fmla="*/ 21248 w 1364681"/>
              <a:gd name="connsiteY56-246" fmla="*/ 309554 h 1185358"/>
              <a:gd name="connsiteX57-247" fmla="*/ 179354 w 1364681"/>
              <a:gd name="connsiteY57-248" fmla="*/ 417743 h 1185358"/>
              <a:gd name="connsiteX58-249" fmla="*/ 161923 w 1364681"/>
              <a:gd name="connsiteY58-250" fmla="*/ 363785 h 1185358"/>
              <a:gd name="connsiteX59-251" fmla="*/ 76864 w 1364681"/>
              <a:gd name="connsiteY59-252" fmla="*/ 223531 h 1185358"/>
              <a:gd name="connsiteX60-253" fmla="*/ 45093 w 1364681"/>
              <a:gd name="connsiteY60-254" fmla="*/ 153773 h 1185358"/>
              <a:gd name="connsiteX61-255" fmla="*/ 78906 w 1364681"/>
              <a:gd name="connsiteY61-256" fmla="*/ 67954 h 1185358"/>
              <a:gd name="connsiteX62-257" fmla="*/ 102657 w 1364681"/>
              <a:gd name="connsiteY62-258" fmla="*/ 120101 h 1185358"/>
              <a:gd name="connsiteX63-259" fmla="*/ 177611 w 1364681"/>
              <a:gd name="connsiteY63-260" fmla="*/ 358563 h 1185358"/>
              <a:gd name="connsiteX64-261" fmla="*/ 231647 w 1364681"/>
              <a:gd name="connsiteY64-262" fmla="*/ 436890 h 1185358"/>
              <a:gd name="connsiteX65-263" fmla="*/ 224675 w 1364681"/>
              <a:gd name="connsiteY65-264" fmla="*/ 257608 h 1185358"/>
              <a:gd name="connsiteX66-265" fmla="*/ 259537 w 1364681"/>
              <a:gd name="connsiteY66-266" fmla="*/ 0 h 1185358"/>
              <a:gd name="connsiteX0-267" fmla="*/ 548838 w 1364681"/>
              <a:gd name="connsiteY0-268" fmla="*/ 773663 h 1185358"/>
              <a:gd name="connsiteX1-269" fmla="*/ 549308 w 1364681"/>
              <a:gd name="connsiteY1-270" fmla="*/ 776172 h 1185358"/>
              <a:gd name="connsiteX2-271" fmla="*/ 549111 w 1364681"/>
              <a:gd name="connsiteY2-272" fmla="*/ 776736 h 1185358"/>
              <a:gd name="connsiteX3-273" fmla="*/ 548838 w 1364681"/>
              <a:gd name="connsiteY3-274" fmla="*/ 773663 h 1185358"/>
              <a:gd name="connsiteX4-275" fmla="*/ 259537 w 1364681"/>
              <a:gd name="connsiteY4-276" fmla="*/ 0 h 1185358"/>
              <a:gd name="connsiteX5-277" fmla="*/ 289170 w 1364681"/>
              <a:gd name="connsiteY5-278" fmla="*/ 257608 h 1185358"/>
              <a:gd name="connsiteX6-279" fmla="*/ 266509 w 1364681"/>
              <a:gd name="connsiteY6-280" fmla="*/ 492589 h 1185358"/>
              <a:gd name="connsiteX7-281" fmla="*/ 332747 w 1364681"/>
              <a:gd name="connsiteY7-282" fmla="*/ 610949 h 1185358"/>
              <a:gd name="connsiteX8-283" fmla="*/ 367610 w 1364681"/>
              <a:gd name="connsiteY8-284" fmla="*/ 429927 h 1185358"/>
              <a:gd name="connsiteX9-285" fmla="*/ 461738 w 1364681"/>
              <a:gd name="connsiteY9-286" fmla="*/ 186244 h 1185358"/>
              <a:gd name="connsiteX10-287" fmla="*/ 432105 w 1364681"/>
              <a:gd name="connsiteY10-288" fmla="*/ 445593 h 1185358"/>
              <a:gd name="connsiteX11-289" fmla="*/ 358894 w 1364681"/>
              <a:gd name="connsiteY11-290" fmla="*/ 663167 h 1185358"/>
              <a:gd name="connsiteX12-291" fmla="*/ 446050 w 1364681"/>
              <a:gd name="connsiteY12-292" fmla="*/ 1009545 h 1185358"/>
              <a:gd name="connsiteX13-293" fmla="*/ 527976 w 1364681"/>
              <a:gd name="connsiteY13-294" fmla="*/ 833745 h 1185358"/>
              <a:gd name="connsiteX14-295" fmla="*/ 524490 w 1364681"/>
              <a:gd name="connsiteY14-296" fmla="*/ 828523 h 1185358"/>
              <a:gd name="connsiteX15-297" fmla="*/ 534948 w 1364681"/>
              <a:gd name="connsiteY15-298" fmla="*/ 816339 h 1185358"/>
              <a:gd name="connsiteX16-299" fmla="*/ 545843 w 1364681"/>
              <a:gd name="connsiteY16-300" fmla="*/ 786096 h 1185358"/>
              <a:gd name="connsiteX17-301" fmla="*/ 549111 w 1364681"/>
              <a:gd name="connsiteY17-302" fmla="*/ 776736 h 1185358"/>
              <a:gd name="connsiteX18-303" fmla="*/ 549111 w 1364681"/>
              <a:gd name="connsiteY18-304" fmla="*/ 776741 h 1185358"/>
              <a:gd name="connsiteX19-305" fmla="*/ 549674 w 1364681"/>
              <a:gd name="connsiteY19-306" fmla="*/ 778130 h 1185358"/>
              <a:gd name="connsiteX20-307" fmla="*/ 550636 w 1364681"/>
              <a:gd name="connsiteY20-308" fmla="*/ 783268 h 1185358"/>
              <a:gd name="connsiteX21-309" fmla="*/ 551426 w 1364681"/>
              <a:gd name="connsiteY21-310" fmla="*/ 782452 h 1185358"/>
              <a:gd name="connsiteX22-311" fmla="*/ 549674 w 1364681"/>
              <a:gd name="connsiteY22-312" fmla="*/ 778130 h 1185358"/>
              <a:gd name="connsiteX23-313" fmla="*/ 549308 w 1364681"/>
              <a:gd name="connsiteY23-314" fmla="*/ 776172 h 1185358"/>
              <a:gd name="connsiteX24-315" fmla="*/ 554123 w 1364681"/>
              <a:gd name="connsiteY24-316" fmla="*/ 762381 h 1185358"/>
              <a:gd name="connsiteX25-317" fmla="*/ 548430 w 1364681"/>
              <a:gd name="connsiteY25-318" fmla="*/ 769071 h 1185358"/>
              <a:gd name="connsiteX26-319" fmla="*/ 548838 w 1364681"/>
              <a:gd name="connsiteY26-320" fmla="*/ 773663 h 1185358"/>
              <a:gd name="connsiteX27-321" fmla="*/ 547940 w 1364681"/>
              <a:gd name="connsiteY27-322" fmla="*/ 768867 h 1185358"/>
              <a:gd name="connsiteX28-323" fmla="*/ 773582 w 1364681"/>
              <a:gd name="connsiteY28-324" fmla="*/ 425807 h 1185358"/>
              <a:gd name="connsiteX29-325" fmla="*/ 975541 w 1364681"/>
              <a:gd name="connsiteY29-326" fmla="*/ 111878 h 1185358"/>
              <a:gd name="connsiteX30-327" fmla="*/ 840116 w 1364681"/>
              <a:gd name="connsiteY30-328" fmla="*/ 488747 h 1185358"/>
              <a:gd name="connsiteX31-329" fmla="*/ 561095 w 1364681"/>
              <a:gd name="connsiteY31-330" fmla="*/ 758900 h 1185358"/>
              <a:gd name="connsiteX32-331" fmla="*/ 559352 w 1364681"/>
              <a:gd name="connsiteY32-332" fmla="*/ 804155 h 1185358"/>
              <a:gd name="connsiteX33-333" fmla="*/ 939350 w 1364681"/>
              <a:gd name="connsiteY33-334" fmla="*/ 741494 h 1185358"/>
              <a:gd name="connsiteX34-335" fmla="*/ 1364669 w 1364681"/>
              <a:gd name="connsiteY34-336" fmla="*/ 760640 h 1185358"/>
              <a:gd name="connsiteX35-337" fmla="*/ 948066 w 1364681"/>
              <a:gd name="connsiteY35-338" fmla="*/ 849411 h 1185358"/>
              <a:gd name="connsiteX36-339" fmla="*/ 554123 w 1364681"/>
              <a:gd name="connsiteY36-340" fmla="*/ 845929 h 1185358"/>
              <a:gd name="connsiteX37-341" fmla="*/ 442564 w 1364681"/>
              <a:gd name="connsiteY37-342" fmla="*/ 1127906 h 1185358"/>
              <a:gd name="connsiteX38-343" fmla="*/ 442564 w 1364681"/>
              <a:gd name="connsiteY38-344" fmla="*/ 1126165 h 1185358"/>
              <a:gd name="connsiteX39-345" fmla="*/ 433782 w 1364681"/>
              <a:gd name="connsiteY39-346" fmla="*/ 1185358 h 1185358"/>
              <a:gd name="connsiteX40-347" fmla="*/ 409926 w 1364681"/>
              <a:gd name="connsiteY40-348" fmla="*/ 1173146 h 1185358"/>
              <a:gd name="connsiteX41-349" fmla="*/ 308758 w 1364681"/>
              <a:gd name="connsiteY41-350" fmla="*/ 1101219 h 1185358"/>
              <a:gd name="connsiteX42-351" fmla="*/ 306177 w 1364681"/>
              <a:gd name="connsiteY42-352" fmla="*/ 1098759 h 1185358"/>
              <a:gd name="connsiteX43-353" fmla="*/ 306601 w 1364681"/>
              <a:gd name="connsiteY43-354" fmla="*/ 1094345 h 1185358"/>
              <a:gd name="connsiteX44-355" fmla="*/ 212473 w 1364681"/>
              <a:gd name="connsiteY44-356" fmla="*/ 985177 h 1185358"/>
              <a:gd name="connsiteX45-357" fmla="*/ 184408 w 1364681"/>
              <a:gd name="connsiteY45-358" fmla="*/ 971573 h 1185358"/>
              <a:gd name="connsiteX46-359" fmla="*/ 142558 w 1364681"/>
              <a:gd name="connsiteY46-360" fmla="*/ 918310 h 1185358"/>
              <a:gd name="connsiteX47-361" fmla="*/ 92255 w 1364681"/>
              <a:gd name="connsiteY47-362" fmla="*/ 830791 h 1185358"/>
              <a:gd name="connsiteX48-363" fmla="*/ 183494 w 1364681"/>
              <a:gd name="connsiteY48-364" fmla="*/ 890967 h 1185358"/>
              <a:gd name="connsiteX49-365" fmla="*/ 317059 w 1364681"/>
              <a:gd name="connsiteY49-366" fmla="*/ 939922 h 1185358"/>
              <a:gd name="connsiteX50-367" fmla="*/ 184583 w 1364681"/>
              <a:gd name="connsiteY50-368" fmla="*/ 428187 h 1185358"/>
              <a:gd name="connsiteX51-369" fmla="*/ 184583 w 1364681"/>
              <a:gd name="connsiteY51-370" fmla="*/ 429927 h 1185358"/>
              <a:gd name="connsiteX52-371" fmla="*/ 3681 w 1364681"/>
              <a:gd name="connsiteY52-372" fmla="*/ 380483 h 1185358"/>
              <a:gd name="connsiteX53-373" fmla="*/ 0 w 1364681"/>
              <a:gd name="connsiteY53-374" fmla="*/ 378767 h 1185358"/>
              <a:gd name="connsiteX54-375" fmla="*/ 5499 w 1364681"/>
              <a:gd name="connsiteY54-376" fmla="*/ 306086 h 1185358"/>
              <a:gd name="connsiteX55-377" fmla="*/ 6479 w 1364681"/>
              <a:gd name="connsiteY55-378" fmla="*/ 301836 h 1185358"/>
              <a:gd name="connsiteX56-379" fmla="*/ 21248 w 1364681"/>
              <a:gd name="connsiteY56-380" fmla="*/ 309554 h 1185358"/>
              <a:gd name="connsiteX57-381" fmla="*/ 179354 w 1364681"/>
              <a:gd name="connsiteY57-382" fmla="*/ 417743 h 1185358"/>
              <a:gd name="connsiteX58-383" fmla="*/ 161923 w 1364681"/>
              <a:gd name="connsiteY58-384" fmla="*/ 363785 h 1185358"/>
              <a:gd name="connsiteX59-385" fmla="*/ 76864 w 1364681"/>
              <a:gd name="connsiteY59-386" fmla="*/ 223531 h 1185358"/>
              <a:gd name="connsiteX60-387" fmla="*/ 45093 w 1364681"/>
              <a:gd name="connsiteY60-388" fmla="*/ 153773 h 1185358"/>
              <a:gd name="connsiteX61-389" fmla="*/ 78906 w 1364681"/>
              <a:gd name="connsiteY61-390" fmla="*/ 67954 h 1185358"/>
              <a:gd name="connsiteX62-391" fmla="*/ 102657 w 1364681"/>
              <a:gd name="connsiteY62-392" fmla="*/ 120101 h 1185358"/>
              <a:gd name="connsiteX63-393" fmla="*/ 177611 w 1364681"/>
              <a:gd name="connsiteY63-394" fmla="*/ 358563 h 1185358"/>
              <a:gd name="connsiteX64-395" fmla="*/ 231647 w 1364681"/>
              <a:gd name="connsiteY64-396" fmla="*/ 436890 h 1185358"/>
              <a:gd name="connsiteX65-397" fmla="*/ 224675 w 1364681"/>
              <a:gd name="connsiteY65-398" fmla="*/ 257608 h 1185358"/>
              <a:gd name="connsiteX66-399" fmla="*/ 259537 w 1364681"/>
              <a:gd name="connsiteY66-400" fmla="*/ 0 h 1185358"/>
              <a:gd name="connsiteX0-401" fmla="*/ 548838 w 1376584"/>
              <a:gd name="connsiteY0-402" fmla="*/ 773663 h 1185358"/>
              <a:gd name="connsiteX1-403" fmla="*/ 549308 w 1376584"/>
              <a:gd name="connsiteY1-404" fmla="*/ 776172 h 1185358"/>
              <a:gd name="connsiteX2-405" fmla="*/ 549111 w 1376584"/>
              <a:gd name="connsiteY2-406" fmla="*/ 776736 h 1185358"/>
              <a:gd name="connsiteX3-407" fmla="*/ 548838 w 1376584"/>
              <a:gd name="connsiteY3-408" fmla="*/ 773663 h 1185358"/>
              <a:gd name="connsiteX4-409" fmla="*/ 259537 w 1376584"/>
              <a:gd name="connsiteY4-410" fmla="*/ 0 h 1185358"/>
              <a:gd name="connsiteX5-411" fmla="*/ 289170 w 1376584"/>
              <a:gd name="connsiteY5-412" fmla="*/ 257608 h 1185358"/>
              <a:gd name="connsiteX6-413" fmla="*/ 266509 w 1376584"/>
              <a:gd name="connsiteY6-414" fmla="*/ 492589 h 1185358"/>
              <a:gd name="connsiteX7-415" fmla="*/ 332747 w 1376584"/>
              <a:gd name="connsiteY7-416" fmla="*/ 610949 h 1185358"/>
              <a:gd name="connsiteX8-417" fmla="*/ 367610 w 1376584"/>
              <a:gd name="connsiteY8-418" fmla="*/ 429927 h 1185358"/>
              <a:gd name="connsiteX9-419" fmla="*/ 461738 w 1376584"/>
              <a:gd name="connsiteY9-420" fmla="*/ 186244 h 1185358"/>
              <a:gd name="connsiteX10-421" fmla="*/ 432105 w 1376584"/>
              <a:gd name="connsiteY10-422" fmla="*/ 445593 h 1185358"/>
              <a:gd name="connsiteX11-423" fmla="*/ 358894 w 1376584"/>
              <a:gd name="connsiteY11-424" fmla="*/ 663167 h 1185358"/>
              <a:gd name="connsiteX12-425" fmla="*/ 446050 w 1376584"/>
              <a:gd name="connsiteY12-426" fmla="*/ 1009545 h 1185358"/>
              <a:gd name="connsiteX13-427" fmla="*/ 527976 w 1376584"/>
              <a:gd name="connsiteY13-428" fmla="*/ 833745 h 1185358"/>
              <a:gd name="connsiteX14-429" fmla="*/ 524490 w 1376584"/>
              <a:gd name="connsiteY14-430" fmla="*/ 828523 h 1185358"/>
              <a:gd name="connsiteX15-431" fmla="*/ 534948 w 1376584"/>
              <a:gd name="connsiteY15-432" fmla="*/ 816339 h 1185358"/>
              <a:gd name="connsiteX16-433" fmla="*/ 545843 w 1376584"/>
              <a:gd name="connsiteY16-434" fmla="*/ 786096 h 1185358"/>
              <a:gd name="connsiteX17-435" fmla="*/ 549111 w 1376584"/>
              <a:gd name="connsiteY17-436" fmla="*/ 776736 h 1185358"/>
              <a:gd name="connsiteX18-437" fmla="*/ 549111 w 1376584"/>
              <a:gd name="connsiteY18-438" fmla="*/ 776741 h 1185358"/>
              <a:gd name="connsiteX19-439" fmla="*/ 549674 w 1376584"/>
              <a:gd name="connsiteY19-440" fmla="*/ 778130 h 1185358"/>
              <a:gd name="connsiteX20-441" fmla="*/ 550636 w 1376584"/>
              <a:gd name="connsiteY20-442" fmla="*/ 783268 h 1185358"/>
              <a:gd name="connsiteX21-443" fmla="*/ 551426 w 1376584"/>
              <a:gd name="connsiteY21-444" fmla="*/ 782452 h 1185358"/>
              <a:gd name="connsiteX22-445" fmla="*/ 549674 w 1376584"/>
              <a:gd name="connsiteY22-446" fmla="*/ 778130 h 1185358"/>
              <a:gd name="connsiteX23-447" fmla="*/ 549308 w 1376584"/>
              <a:gd name="connsiteY23-448" fmla="*/ 776172 h 1185358"/>
              <a:gd name="connsiteX24-449" fmla="*/ 554123 w 1376584"/>
              <a:gd name="connsiteY24-450" fmla="*/ 762381 h 1185358"/>
              <a:gd name="connsiteX25-451" fmla="*/ 548430 w 1376584"/>
              <a:gd name="connsiteY25-452" fmla="*/ 769071 h 1185358"/>
              <a:gd name="connsiteX26-453" fmla="*/ 548838 w 1376584"/>
              <a:gd name="connsiteY26-454" fmla="*/ 773663 h 1185358"/>
              <a:gd name="connsiteX27-455" fmla="*/ 547940 w 1376584"/>
              <a:gd name="connsiteY27-456" fmla="*/ 768867 h 1185358"/>
              <a:gd name="connsiteX28-457" fmla="*/ 773582 w 1376584"/>
              <a:gd name="connsiteY28-458" fmla="*/ 425807 h 1185358"/>
              <a:gd name="connsiteX29-459" fmla="*/ 975541 w 1376584"/>
              <a:gd name="connsiteY29-460" fmla="*/ 111878 h 1185358"/>
              <a:gd name="connsiteX30-461" fmla="*/ 840116 w 1376584"/>
              <a:gd name="connsiteY30-462" fmla="*/ 488747 h 1185358"/>
              <a:gd name="connsiteX31-463" fmla="*/ 561095 w 1376584"/>
              <a:gd name="connsiteY31-464" fmla="*/ 758900 h 1185358"/>
              <a:gd name="connsiteX32-465" fmla="*/ 559352 w 1376584"/>
              <a:gd name="connsiteY32-466" fmla="*/ 804155 h 1185358"/>
              <a:gd name="connsiteX33-467" fmla="*/ 939350 w 1376584"/>
              <a:gd name="connsiteY33-468" fmla="*/ 741494 h 1185358"/>
              <a:gd name="connsiteX34-469" fmla="*/ 1376577 w 1376584"/>
              <a:gd name="connsiteY34-470" fmla="*/ 808257 h 1185358"/>
              <a:gd name="connsiteX35-471" fmla="*/ 948066 w 1376584"/>
              <a:gd name="connsiteY35-472" fmla="*/ 849411 h 1185358"/>
              <a:gd name="connsiteX36-473" fmla="*/ 554123 w 1376584"/>
              <a:gd name="connsiteY36-474" fmla="*/ 845929 h 1185358"/>
              <a:gd name="connsiteX37-475" fmla="*/ 442564 w 1376584"/>
              <a:gd name="connsiteY37-476" fmla="*/ 1127906 h 1185358"/>
              <a:gd name="connsiteX38-477" fmla="*/ 442564 w 1376584"/>
              <a:gd name="connsiteY38-478" fmla="*/ 1126165 h 1185358"/>
              <a:gd name="connsiteX39-479" fmla="*/ 433782 w 1376584"/>
              <a:gd name="connsiteY39-480" fmla="*/ 1185358 h 1185358"/>
              <a:gd name="connsiteX40-481" fmla="*/ 409926 w 1376584"/>
              <a:gd name="connsiteY40-482" fmla="*/ 1173146 h 1185358"/>
              <a:gd name="connsiteX41-483" fmla="*/ 308758 w 1376584"/>
              <a:gd name="connsiteY41-484" fmla="*/ 1101219 h 1185358"/>
              <a:gd name="connsiteX42-485" fmla="*/ 306177 w 1376584"/>
              <a:gd name="connsiteY42-486" fmla="*/ 1098759 h 1185358"/>
              <a:gd name="connsiteX43-487" fmla="*/ 306601 w 1376584"/>
              <a:gd name="connsiteY43-488" fmla="*/ 1094345 h 1185358"/>
              <a:gd name="connsiteX44-489" fmla="*/ 212473 w 1376584"/>
              <a:gd name="connsiteY44-490" fmla="*/ 985177 h 1185358"/>
              <a:gd name="connsiteX45-491" fmla="*/ 184408 w 1376584"/>
              <a:gd name="connsiteY45-492" fmla="*/ 971573 h 1185358"/>
              <a:gd name="connsiteX46-493" fmla="*/ 142558 w 1376584"/>
              <a:gd name="connsiteY46-494" fmla="*/ 918310 h 1185358"/>
              <a:gd name="connsiteX47-495" fmla="*/ 92255 w 1376584"/>
              <a:gd name="connsiteY47-496" fmla="*/ 830791 h 1185358"/>
              <a:gd name="connsiteX48-497" fmla="*/ 183494 w 1376584"/>
              <a:gd name="connsiteY48-498" fmla="*/ 890967 h 1185358"/>
              <a:gd name="connsiteX49-499" fmla="*/ 317059 w 1376584"/>
              <a:gd name="connsiteY49-500" fmla="*/ 939922 h 1185358"/>
              <a:gd name="connsiteX50-501" fmla="*/ 184583 w 1376584"/>
              <a:gd name="connsiteY50-502" fmla="*/ 428187 h 1185358"/>
              <a:gd name="connsiteX51-503" fmla="*/ 184583 w 1376584"/>
              <a:gd name="connsiteY51-504" fmla="*/ 429927 h 1185358"/>
              <a:gd name="connsiteX52-505" fmla="*/ 3681 w 1376584"/>
              <a:gd name="connsiteY52-506" fmla="*/ 380483 h 1185358"/>
              <a:gd name="connsiteX53-507" fmla="*/ 0 w 1376584"/>
              <a:gd name="connsiteY53-508" fmla="*/ 378767 h 1185358"/>
              <a:gd name="connsiteX54-509" fmla="*/ 5499 w 1376584"/>
              <a:gd name="connsiteY54-510" fmla="*/ 306086 h 1185358"/>
              <a:gd name="connsiteX55-511" fmla="*/ 6479 w 1376584"/>
              <a:gd name="connsiteY55-512" fmla="*/ 301836 h 1185358"/>
              <a:gd name="connsiteX56-513" fmla="*/ 21248 w 1376584"/>
              <a:gd name="connsiteY56-514" fmla="*/ 309554 h 1185358"/>
              <a:gd name="connsiteX57-515" fmla="*/ 179354 w 1376584"/>
              <a:gd name="connsiteY57-516" fmla="*/ 417743 h 1185358"/>
              <a:gd name="connsiteX58-517" fmla="*/ 161923 w 1376584"/>
              <a:gd name="connsiteY58-518" fmla="*/ 363785 h 1185358"/>
              <a:gd name="connsiteX59-519" fmla="*/ 76864 w 1376584"/>
              <a:gd name="connsiteY59-520" fmla="*/ 223531 h 1185358"/>
              <a:gd name="connsiteX60-521" fmla="*/ 45093 w 1376584"/>
              <a:gd name="connsiteY60-522" fmla="*/ 153773 h 1185358"/>
              <a:gd name="connsiteX61-523" fmla="*/ 78906 w 1376584"/>
              <a:gd name="connsiteY61-524" fmla="*/ 67954 h 1185358"/>
              <a:gd name="connsiteX62-525" fmla="*/ 102657 w 1376584"/>
              <a:gd name="connsiteY62-526" fmla="*/ 120101 h 1185358"/>
              <a:gd name="connsiteX63-527" fmla="*/ 177611 w 1376584"/>
              <a:gd name="connsiteY63-528" fmla="*/ 358563 h 1185358"/>
              <a:gd name="connsiteX64-529" fmla="*/ 231647 w 1376584"/>
              <a:gd name="connsiteY64-530" fmla="*/ 436890 h 1185358"/>
              <a:gd name="connsiteX65-531" fmla="*/ 224675 w 1376584"/>
              <a:gd name="connsiteY65-532" fmla="*/ 257608 h 1185358"/>
              <a:gd name="connsiteX66-533" fmla="*/ 259537 w 1376584"/>
              <a:gd name="connsiteY66-534" fmla="*/ 0 h 1185358"/>
              <a:gd name="connsiteX0-535" fmla="*/ 548838 w 1376584"/>
              <a:gd name="connsiteY0-536" fmla="*/ 773663 h 1185358"/>
              <a:gd name="connsiteX1-537" fmla="*/ 549308 w 1376584"/>
              <a:gd name="connsiteY1-538" fmla="*/ 776172 h 1185358"/>
              <a:gd name="connsiteX2-539" fmla="*/ 549111 w 1376584"/>
              <a:gd name="connsiteY2-540" fmla="*/ 776736 h 1185358"/>
              <a:gd name="connsiteX3-541" fmla="*/ 548838 w 1376584"/>
              <a:gd name="connsiteY3-542" fmla="*/ 773663 h 1185358"/>
              <a:gd name="connsiteX4-543" fmla="*/ 259537 w 1376584"/>
              <a:gd name="connsiteY4-544" fmla="*/ 0 h 1185358"/>
              <a:gd name="connsiteX5-545" fmla="*/ 289170 w 1376584"/>
              <a:gd name="connsiteY5-546" fmla="*/ 257608 h 1185358"/>
              <a:gd name="connsiteX6-547" fmla="*/ 266509 w 1376584"/>
              <a:gd name="connsiteY6-548" fmla="*/ 492589 h 1185358"/>
              <a:gd name="connsiteX7-549" fmla="*/ 332747 w 1376584"/>
              <a:gd name="connsiteY7-550" fmla="*/ 610949 h 1185358"/>
              <a:gd name="connsiteX8-551" fmla="*/ 367610 w 1376584"/>
              <a:gd name="connsiteY8-552" fmla="*/ 429927 h 1185358"/>
              <a:gd name="connsiteX9-553" fmla="*/ 461738 w 1376584"/>
              <a:gd name="connsiteY9-554" fmla="*/ 186244 h 1185358"/>
              <a:gd name="connsiteX10-555" fmla="*/ 432105 w 1376584"/>
              <a:gd name="connsiteY10-556" fmla="*/ 445593 h 1185358"/>
              <a:gd name="connsiteX11-557" fmla="*/ 358894 w 1376584"/>
              <a:gd name="connsiteY11-558" fmla="*/ 663167 h 1185358"/>
              <a:gd name="connsiteX12-559" fmla="*/ 446050 w 1376584"/>
              <a:gd name="connsiteY12-560" fmla="*/ 1009545 h 1185358"/>
              <a:gd name="connsiteX13-561" fmla="*/ 527976 w 1376584"/>
              <a:gd name="connsiteY13-562" fmla="*/ 833745 h 1185358"/>
              <a:gd name="connsiteX14-563" fmla="*/ 524490 w 1376584"/>
              <a:gd name="connsiteY14-564" fmla="*/ 828523 h 1185358"/>
              <a:gd name="connsiteX15-565" fmla="*/ 534948 w 1376584"/>
              <a:gd name="connsiteY15-566" fmla="*/ 816339 h 1185358"/>
              <a:gd name="connsiteX16-567" fmla="*/ 545843 w 1376584"/>
              <a:gd name="connsiteY16-568" fmla="*/ 786096 h 1185358"/>
              <a:gd name="connsiteX17-569" fmla="*/ 549111 w 1376584"/>
              <a:gd name="connsiteY17-570" fmla="*/ 776736 h 1185358"/>
              <a:gd name="connsiteX18-571" fmla="*/ 549111 w 1376584"/>
              <a:gd name="connsiteY18-572" fmla="*/ 776741 h 1185358"/>
              <a:gd name="connsiteX19-573" fmla="*/ 549674 w 1376584"/>
              <a:gd name="connsiteY19-574" fmla="*/ 778130 h 1185358"/>
              <a:gd name="connsiteX20-575" fmla="*/ 550636 w 1376584"/>
              <a:gd name="connsiteY20-576" fmla="*/ 783268 h 1185358"/>
              <a:gd name="connsiteX21-577" fmla="*/ 551426 w 1376584"/>
              <a:gd name="connsiteY21-578" fmla="*/ 782452 h 1185358"/>
              <a:gd name="connsiteX22-579" fmla="*/ 549674 w 1376584"/>
              <a:gd name="connsiteY22-580" fmla="*/ 778130 h 1185358"/>
              <a:gd name="connsiteX23-581" fmla="*/ 549308 w 1376584"/>
              <a:gd name="connsiteY23-582" fmla="*/ 776172 h 1185358"/>
              <a:gd name="connsiteX24-583" fmla="*/ 554123 w 1376584"/>
              <a:gd name="connsiteY24-584" fmla="*/ 762381 h 1185358"/>
              <a:gd name="connsiteX25-585" fmla="*/ 548430 w 1376584"/>
              <a:gd name="connsiteY25-586" fmla="*/ 769071 h 1185358"/>
              <a:gd name="connsiteX26-587" fmla="*/ 548838 w 1376584"/>
              <a:gd name="connsiteY26-588" fmla="*/ 773663 h 1185358"/>
              <a:gd name="connsiteX27-589" fmla="*/ 547940 w 1376584"/>
              <a:gd name="connsiteY27-590" fmla="*/ 768867 h 1185358"/>
              <a:gd name="connsiteX28-591" fmla="*/ 773582 w 1376584"/>
              <a:gd name="connsiteY28-592" fmla="*/ 425807 h 1185358"/>
              <a:gd name="connsiteX29-593" fmla="*/ 975541 w 1376584"/>
              <a:gd name="connsiteY29-594" fmla="*/ 111878 h 1185358"/>
              <a:gd name="connsiteX30-595" fmla="*/ 840116 w 1376584"/>
              <a:gd name="connsiteY30-596" fmla="*/ 488747 h 1185358"/>
              <a:gd name="connsiteX31-597" fmla="*/ 561095 w 1376584"/>
              <a:gd name="connsiteY31-598" fmla="*/ 758900 h 1185358"/>
              <a:gd name="connsiteX32-599" fmla="*/ 559352 w 1376584"/>
              <a:gd name="connsiteY32-600" fmla="*/ 804155 h 1185358"/>
              <a:gd name="connsiteX33-601" fmla="*/ 932206 w 1376584"/>
              <a:gd name="connsiteY33-602" fmla="*/ 720066 h 1185358"/>
              <a:gd name="connsiteX34-603" fmla="*/ 1376577 w 1376584"/>
              <a:gd name="connsiteY34-604" fmla="*/ 808257 h 1185358"/>
              <a:gd name="connsiteX35-605" fmla="*/ 948066 w 1376584"/>
              <a:gd name="connsiteY35-606" fmla="*/ 849411 h 1185358"/>
              <a:gd name="connsiteX36-607" fmla="*/ 554123 w 1376584"/>
              <a:gd name="connsiteY36-608" fmla="*/ 845929 h 1185358"/>
              <a:gd name="connsiteX37-609" fmla="*/ 442564 w 1376584"/>
              <a:gd name="connsiteY37-610" fmla="*/ 1127906 h 1185358"/>
              <a:gd name="connsiteX38-611" fmla="*/ 442564 w 1376584"/>
              <a:gd name="connsiteY38-612" fmla="*/ 1126165 h 1185358"/>
              <a:gd name="connsiteX39-613" fmla="*/ 433782 w 1376584"/>
              <a:gd name="connsiteY39-614" fmla="*/ 1185358 h 1185358"/>
              <a:gd name="connsiteX40-615" fmla="*/ 409926 w 1376584"/>
              <a:gd name="connsiteY40-616" fmla="*/ 1173146 h 1185358"/>
              <a:gd name="connsiteX41-617" fmla="*/ 308758 w 1376584"/>
              <a:gd name="connsiteY41-618" fmla="*/ 1101219 h 1185358"/>
              <a:gd name="connsiteX42-619" fmla="*/ 306177 w 1376584"/>
              <a:gd name="connsiteY42-620" fmla="*/ 1098759 h 1185358"/>
              <a:gd name="connsiteX43-621" fmla="*/ 306601 w 1376584"/>
              <a:gd name="connsiteY43-622" fmla="*/ 1094345 h 1185358"/>
              <a:gd name="connsiteX44-623" fmla="*/ 212473 w 1376584"/>
              <a:gd name="connsiteY44-624" fmla="*/ 985177 h 1185358"/>
              <a:gd name="connsiteX45-625" fmla="*/ 184408 w 1376584"/>
              <a:gd name="connsiteY45-626" fmla="*/ 971573 h 1185358"/>
              <a:gd name="connsiteX46-627" fmla="*/ 142558 w 1376584"/>
              <a:gd name="connsiteY46-628" fmla="*/ 918310 h 1185358"/>
              <a:gd name="connsiteX47-629" fmla="*/ 92255 w 1376584"/>
              <a:gd name="connsiteY47-630" fmla="*/ 830791 h 1185358"/>
              <a:gd name="connsiteX48-631" fmla="*/ 183494 w 1376584"/>
              <a:gd name="connsiteY48-632" fmla="*/ 890967 h 1185358"/>
              <a:gd name="connsiteX49-633" fmla="*/ 317059 w 1376584"/>
              <a:gd name="connsiteY49-634" fmla="*/ 939922 h 1185358"/>
              <a:gd name="connsiteX50-635" fmla="*/ 184583 w 1376584"/>
              <a:gd name="connsiteY50-636" fmla="*/ 428187 h 1185358"/>
              <a:gd name="connsiteX51-637" fmla="*/ 184583 w 1376584"/>
              <a:gd name="connsiteY51-638" fmla="*/ 429927 h 1185358"/>
              <a:gd name="connsiteX52-639" fmla="*/ 3681 w 1376584"/>
              <a:gd name="connsiteY52-640" fmla="*/ 380483 h 1185358"/>
              <a:gd name="connsiteX53-641" fmla="*/ 0 w 1376584"/>
              <a:gd name="connsiteY53-642" fmla="*/ 378767 h 1185358"/>
              <a:gd name="connsiteX54-643" fmla="*/ 5499 w 1376584"/>
              <a:gd name="connsiteY54-644" fmla="*/ 306086 h 1185358"/>
              <a:gd name="connsiteX55-645" fmla="*/ 6479 w 1376584"/>
              <a:gd name="connsiteY55-646" fmla="*/ 301836 h 1185358"/>
              <a:gd name="connsiteX56-647" fmla="*/ 21248 w 1376584"/>
              <a:gd name="connsiteY56-648" fmla="*/ 309554 h 1185358"/>
              <a:gd name="connsiteX57-649" fmla="*/ 179354 w 1376584"/>
              <a:gd name="connsiteY57-650" fmla="*/ 417743 h 1185358"/>
              <a:gd name="connsiteX58-651" fmla="*/ 161923 w 1376584"/>
              <a:gd name="connsiteY58-652" fmla="*/ 363785 h 1185358"/>
              <a:gd name="connsiteX59-653" fmla="*/ 76864 w 1376584"/>
              <a:gd name="connsiteY59-654" fmla="*/ 223531 h 1185358"/>
              <a:gd name="connsiteX60-655" fmla="*/ 45093 w 1376584"/>
              <a:gd name="connsiteY60-656" fmla="*/ 153773 h 1185358"/>
              <a:gd name="connsiteX61-657" fmla="*/ 78906 w 1376584"/>
              <a:gd name="connsiteY61-658" fmla="*/ 67954 h 1185358"/>
              <a:gd name="connsiteX62-659" fmla="*/ 102657 w 1376584"/>
              <a:gd name="connsiteY62-660" fmla="*/ 120101 h 1185358"/>
              <a:gd name="connsiteX63-661" fmla="*/ 177611 w 1376584"/>
              <a:gd name="connsiteY63-662" fmla="*/ 358563 h 1185358"/>
              <a:gd name="connsiteX64-663" fmla="*/ 231647 w 1376584"/>
              <a:gd name="connsiteY64-664" fmla="*/ 436890 h 1185358"/>
              <a:gd name="connsiteX65-665" fmla="*/ 224675 w 1376584"/>
              <a:gd name="connsiteY65-666" fmla="*/ 257608 h 1185358"/>
              <a:gd name="connsiteX66-667" fmla="*/ 259537 w 1376584"/>
              <a:gd name="connsiteY66-668" fmla="*/ 0 h 1185358"/>
              <a:gd name="connsiteX0-669" fmla="*/ 548838 w 1376584"/>
              <a:gd name="connsiteY0-670" fmla="*/ 773663 h 1185358"/>
              <a:gd name="connsiteX1-671" fmla="*/ 549308 w 1376584"/>
              <a:gd name="connsiteY1-672" fmla="*/ 776172 h 1185358"/>
              <a:gd name="connsiteX2-673" fmla="*/ 549111 w 1376584"/>
              <a:gd name="connsiteY2-674" fmla="*/ 776736 h 1185358"/>
              <a:gd name="connsiteX3-675" fmla="*/ 548838 w 1376584"/>
              <a:gd name="connsiteY3-676" fmla="*/ 773663 h 1185358"/>
              <a:gd name="connsiteX4-677" fmla="*/ 259537 w 1376584"/>
              <a:gd name="connsiteY4-678" fmla="*/ 0 h 1185358"/>
              <a:gd name="connsiteX5-679" fmla="*/ 289170 w 1376584"/>
              <a:gd name="connsiteY5-680" fmla="*/ 257608 h 1185358"/>
              <a:gd name="connsiteX6-681" fmla="*/ 266509 w 1376584"/>
              <a:gd name="connsiteY6-682" fmla="*/ 492589 h 1185358"/>
              <a:gd name="connsiteX7-683" fmla="*/ 332747 w 1376584"/>
              <a:gd name="connsiteY7-684" fmla="*/ 610949 h 1185358"/>
              <a:gd name="connsiteX8-685" fmla="*/ 367610 w 1376584"/>
              <a:gd name="connsiteY8-686" fmla="*/ 429927 h 1185358"/>
              <a:gd name="connsiteX9-687" fmla="*/ 461738 w 1376584"/>
              <a:gd name="connsiteY9-688" fmla="*/ 186244 h 1185358"/>
              <a:gd name="connsiteX10-689" fmla="*/ 432105 w 1376584"/>
              <a:gd name="connsiteY10-690" fmla="*/ 445593 h 1185358"/>
              <a:gd name="connsiteX11-691" fmla="*/ 358894 w 1376584"/>
              <a:gd name="connsiteY11-692" fmla="*/ 663167 h 1185358"/>
              <a:gd name="connsiteX12-693" fmla="*/ 446050 w 1376584"/>
              <a:gd name="connsiteY12-694" fmla="*/ 1009545 h 1185358"/>
              <a:gd name="connsiteX13-695" fmla="*/ 527976 w 1376584"/>
              <a:gd name="connsiteY13-696" fmla="*/ 833745 h 1185358"/>
              <a:gd name="connsiteX14-697" fmla="*/ 524490 w 1376584"/>
              <a:gd name="connsiteY14-698" fmla="*/ 828523 h 1185358"/>
              <a:gd name="connsiteX15-699" fmla="*/ 534948 w 1376584"/>
              <a:gd name="connsiteY15-700" fmla="*/ 816339 h 1185358"/>
              <a:gd name="connsiteX16-701" fmla="*/ 545843 w 1376584"/>
              <a:gd name="connsiteY16-702" fmla="*/ 786096 h 1185358"/>
              <a:gd name="connsiteX17-703" fmla="*/ 549111 w 1376584"/>
              <a:gd name="connsiteY17-704" fmla="*/ 776736 h 1185358"/>
              <a:gd name="connsiteX18-705" fmla="*/ 549111 w 1376584"/>
              <a:gd name="connsiteY18-706" fmla="*/ 776741 h 1185358"/>
              <a:gd name="connsiteX19-707" fmla="*/ 549674 w 1376584"/>
              <a:gd name="connsiteY19-708" fmla="*/ 778130 h 1185358"/>
              <a:gd name="connsiteX20-709" fmla="*/ 550636 w 1376584"/>
              <a:gd name="connsiteY20-710" fmla="*/ 783268 h 1185358"/>
              <a:gd name="connsiteX21-711" fmla="*/ 551426 w 1376584"/>
              <a:gd name="connsiteY21-712" fmla="*/ 782452 h 1185358"/>
              <a:gd name="connsiteX22-713" fmla="*/ 549674 w 1376584"/>
              <a:gd name="connsiteY22-714" fmla="*/ 778130 h 1185358"/>
              <a:gd name="connsiteX23-715" fmla="*/ 549308 w 1376584"/>
              <a:gd name="connsiteY23-716" fmla="*/ 776172 h 1185358"/>
              <a:gd name="connsiteX24-717" fmla="*/ 554123 w 1376584"/>
              <a:gd name="connsiteY24-718" fmla="*/ 762381 h 1185358"/>
              <a:gd name="connsiteX25-719" fmla="*/ 548430 w 1376584"/>
              <a:gd name="connsiteY25-720" fmla="*/ 769071 h 1185358"/>
              <a:gd name="connsiteX26-721" fmla="*/ 548838 w 1376584"/>
              <a:gd name="connsiteY26-722" fmla="*/ 773663 h 1185358"/>
              <a:gd name="connsiteX27-723" fmla="*/ 547940 w 1376584"/>
              <a:gd name="connsiteY27-724" fmla="*/ 768867 h 1185358"/>
              <a:gd name="connsiteX28-725" fmla="*/ 773582 w 1376584"/>
              <a:gd name="connsiteY28-726" fmla="*/ 425807 h 1185358"/>
              <a:gd name="connsiteX29-727" fmla="*/ 975541 w 1376584"/>
              <a:gd name="connsiteY29-728" fmla="*/ 111878 h 1185358"/>
              <a:gd name="connsiteX30-729" fmla="*/ 840116 w 1376584"/>
              <a:gd name="connsiteY30-730" fmla="*/ 488747 h 1185358"/>
              <a:gd name="connsiteX31-731" fmla="*/ 561095 w 1376584"/>
              <a:gd name="connsiteY31-732" fmla="*/ 758900 h 1185358"/>
              <a:gd name="connsiteX32-733" fmla="*/ 559352 w 1376584"/>
              <a:gd name="connsiteY32-734" fmla="*/ 804155 h 1185358"/>
              <a:gd name="connsiteX33-735" fmla="*/ 932206 w 1376584"/>
              <a:gd name="connsiteY33-736" fmla="*/ 720066 h 1185358"/>
              <a:gd name="connsiteX34-737" fmla="*/ 1376577 w 1376584"/>
              <a:gd name="connsiteY34-738" fmla="*/ 808257 h 1185358"/>
              <a:gd name="connsiteX35-739" fmla="*/ 924252 w 1376584"/>
              <a:gd name="connsiteY35-740" fmla="*/ 827983 h 1185358"/>
              <a:gd name="connsiteX36-741" fmla="*/ 554123 w 1376584"/>
              <a:gd name="connsiteY36-742" fmla="*/ 845929 h 1185358"/>
              <a:gd name="connsiteX37-743" fmla="*/ 442564 w 1376584"/>
              <a:gd name="connsiteY37-744" fmla="*/ 1127906 h 1185358"/>
              <a:gd name="connsiteX38-745" fmla="*/ 442564 w 1376584"/>
              <a:gd name="connsiteY38-746" fmla="*/ 1126165 h 1185358"/>
              <a:gd name="connsiteX39-747" fmla="*/ 433782 w 1376584"/>
              <a:gd name="connsiteY39-748" fmla="*/ 1185358 h 1185358"/>
              <a:gd name="connsiteX40-749" fmla="*/ 409926 w 1376584"/>
              <a:gd name="connsiteY40-750" fmla="*/ 1173146 h 1185358"/>
              <a:gd name="connsiteX41-751" fmla="*/ 308758 w 1376584"/>
              <a:gd name="connsiteY41-752" fmla="*/ 1101219 h 1185358"/>
              <a:gd name="connsiteX42-753" fmla="*/ 306177 w 1376584"/>
              <a:gd name="connsiteY42-754" fmla="*/ 1098759 h 1185358"/>
              <a:gd name="connsiteX43-755" fmla="*/ 306601 w 1376584"/>
              <a:gd name="connsiteY43-756" fmla="*/ 1094345 h 1185358"/>
              <a:gd name="connsiteX44-757" fmla="*/ 212473 w 1376584"/>
              <a:gd name="connsiteY44-758" fmla="*/ 985177 h 1185358"/>
              <a:gd name="connsiteX45-759" fmla="*/ 184408 w 1376584"/>
              <a:gd name="connsiteY45-760" fmla="*/ 971573 h 1185358"/>
              <a:gd name="connsiteX46-761" fmla="*/ 142558 w 1376584"/>
              <a:gd name="connsiteY46-762" fmla="*/ 918310 h 1185358"/>
              <a:gd name="connsiteX47-763" fmla="*/ 92255 w 1376584"/>
              <a:gd name="connsiteY47-764" fmla="*/ 830791 h 1185358"/>
              <a:gd name="connsiteX48-765" fmla="*/ 183494 w 1376584"/>
              <a:gd name="connsiteY48-766" fmla="*/ 890967 h 1185358"/>
              <a:gd name="connsiteX49-767" fmla="*/ 317059 w 1376584"/>
              <a:gd name="connsiteY49-768" fmla="*/ 939922 h 1185358"/>
              <a:gd name="connsiteX50-769" fmla="*/ 184583 w 1376584"/>
              <a:gd name="connsiteY50-770" fmla="*/ 428187 h 1185358"/>
              <a:gd name="connsiteX51-771" fmla="*/ 184583 w 1376584"/>
              <a:gd name="connsiteY51-772" fmla="*/ 429927 h 1185358"/>
              <a:gd name="connsiteX52-773" fmla="*/ 3681 w 1376584"/>
              <a:gd name="connsiteY52-774" fmla="*/ 380483 h 1185358"/>
              <a:gd name="connsiteX53-775" fmla="*/ 0 w 1376584"/>
              <a:gd name="connsiteY53-776" fmla="*/ 378767 h 1185358"/>
              <a:gd name="connsiteX54-777" fmla="*/ 5499 w 1376584"/>
              <a:gd name="connsiteY54-778" fmla="*/ 306086 h 1185358"/>
              <a:gd name="connsiteX55-779" fmla="*/ 6479 w 1376584"/>
              <a:gd name="connsiteY55-780" fmla="*/ 301836 h 1185358"/>
              <a:gd name="connsiteX56-781" fmla="*/ 21248 w 1376584"/>
              <a:gd name="connsiteY56-782" fmla="*/ 309554 h 1185358"/>
              <a:gd name="connsiteX57-783" fmla="*/ 179354 w 1376584"/>
              <a:gd name="connsiteY57-784" fmla="*/ 417743 h 1185358"/>
              <a:gd name="connsiteX58-785" fmla="*/ 161923 w 1376584"/>
              <a:gd name="connsiteY58-786" fmla="*/ 363785 h 1185358"/>
              <a:gd name="connsiteX59-787" fmla="*/ 76864 w 1376584"/>
              <a:gd name="connsiteY59-788" fmla="*/ 223531 h 1185358"/>
              <a:gd name="connsiteX60-789" fmla="*/ 45093 w 1376584"/>
              <a:gd name="connsiteY60-790" fmla="*/ 153773 h 1185358"/>
              <a:gd name="connsiteX61-791" fmla="*/ 78906 w 1376584"/>
              <a:gd name="connsiteY61-792" fmla="*/ 67954 h 1185358"/>
              <a:gd name="connsiteX62-793" fmla="*/ 102657 w 1376584"/>
              <a:gd name="connsiteY62-794" fmla="*/ 120101 h 1185358"/>
              <a:gd name="connsiteX63-795" fmla="*/ 177611 w 1376584"/>
              <a:gd name="connsiteY63-796" fmla="*/ 358563 h 1185358"/>
              <a:gd name="connsiteX64-797" fmla="*/ 231647 w 1376584"/>
              <a:gd name="connsiteY64-798" fmla="*/ 436890 h 1185358"/>
              <a:gd name="connsiteX65-799" fmla="*/ 224675 w 1376584"/>
              <a:gd name="connsiteY65-800" fmla="*/ 257608 h 1185358"/>
              <a:gd name="connsiteX66-801" fmla="*/ 259537 w 1376584"/>
              <a:gd name="connsiteY66-802" fmla="*/ 0 h 1185358"/>
              <a:gd name="connsiteX0-803" fmla="*/ 548838 w 1376584"/>
              <a:gd name="connsiteY0-804" fmla="*/ 773663 h 1185358"/>
              <a:gd name="connsiteX1-805" fmla="*/ 549308 w 1376584"/>
              <a:gd name="connsiteY1-806" fmla="*/ 776172 h 1185358"/>
              <a:gd name="connsiteX2-807" fmla="*/ 549111 w 1376584"/>
              <a:gd name="connsiteY2-808" fmla="*/ 776736 h 1185358"/>
              <a:gd name="connsiteX3-809" fmla="*/ 548838 w 1376584"/>
              <a:gd name="connsiteY3-810" fmla="*/ 773663 h 1185358"/>
              <a:gd name="connsiteX4-811" fmla="*/ 259537 w 1376584"/>
              <a:gd name="connsiteY4-812" fmla="*/ 0 h 1185358"/>
              <a:gd name="connsiteX5-813" fmla="*/ 289170 w 1376584"/>
              <a:gd name="connsiteY5-814" fmla="*/ 257608 h 1185358"/>
              <a:gd name="connsiteX6-815" fmla="*/ 266509 w 1376584"/>
              <a:gd name="connsiteY6-816" fmla="*/ 492589 h 1185358"/>
              <a:gd name="connsiteX7-817" fmla="*/ 332747 w 1376584"/>
              <a:gd name="connsiteY7-818" fmla="*/ 610949 h 1185358"/>
              <a:gd name="connsiteX8-819" fmla="*/ 367610 w 1376584"/>
              <a:gd name="connsiteY8-820" fmla="*/ 429927 h 1185358"/>
              <a:gd name="connsiteX9-821" fmla="*/ 461738 w 1376584"/>
              <a:gd name="connsiteY9-822" fmla="*/ 186244 h 1185358"/>
              <a:gd name="connsiteX10-823" fmla="*/ 432105 w 1376584"/>
              <a:gd name="connsiteY10-824" fmla="*/ 445593 h 1185358"/>
              <a:gd name="connsiteX11-825" fmla="*/ 358894 w 1376584"/>
              <a:gd name="connsiteY11-826" fmla="*/ 663167 h 1185358"/>
              <a:gd name="connsiteX12-827" fmla="*/ 446050 w 1376584"/>
              <a:gd name="connsiteY12-828" fmla="*/ 1009545 h 1185358"/>
              <a:gd name="connsiteX13-829" fmla="*/ 527976 w 1376584"/>
              <a:gd name="connsiteY13-830" fmla="*/ 833745 h 1185358"/>
              <a:gd name="connsiteX14-831" fmla="*/ 524490 w 1376584"/>
              <a:gd name="connsiteY14-832" fmla="*/ 828523 h 1185358"/>
              <a:gd name="connsiteX15-833" fmla="*/ 534948 w 1376584"/>
              <a:gd name="connsiteY15-834" fmla="*/ 816339 h 1185358"/>
              <a:gd name="connsiteX16-835" fmla="*/ 545843 w 1376584"/>
              <a:gd name="connsiteY16-836" fmla="*/ 786096 h 1185358"/>
              <a:gd name="connsiteX17-837" fmla="*/ 549111 w 1376584"/>
              <a:gd name="connsiteY17-838" fmla="*/ 776736 h 1185358"/>
              <a:gd name="connsiteX18-839" fmla="*/ 549111 w 1376584"/>
              <a:gd name="connsiteY18-840" fmla="*/ 776741 h 1185358"/>
              <a:gd name="connsiteX19-841" fmla="*/ 549674 w 1376584"/>
              <a:gd name="connsiteY19-842" fmla="*/ 778130 h 1185358"/>
              <a:gd name="connsiteX20-843" fmla="*/ 550636 w 1376584"/>
              <a:gd name="connsiteY20-844" fmla="*/ 783268 h 1185358"/>
              <a:gd name="connsiteX21-845" fmla="*/ 551426 w 1376584"/>
              <a:gd name="connsiteY21-846" fmla="*/ 782452 h 1185358"/>
              <a:gd name="connsiteX22-847" fmla="*/ 549674 w 1376584"/>
              <a:gd name="connsiteY22-848" fmla="*/ 778130 h 1185358"/>
              <a:gd name="connsiteX23-849" fmla="*/ 549308 w 1376584"/>
              <a:gd name="connsiteY23-850" fmla="*/ 776172 h 1185358"/>
              <a:gd name="connsiteX24-851" fmla="*/ 554123 w 1376584"/>
              <a:gd name="connsiteY24-852" fmla="*/ 762381 h 1185358"/>
              <a:gd name="connsiteX25-853" fmla="*/ 548430 w 1376584"/>
              <a:gd name="connsiteY25-854" fmla="*/ 769071 h 1185358"/>
              <a:gd name="connsiteX26-855" fmla="*/ 548838 w 1376584"/>
              <a:gd name="connsiteY26-856" fmla="*/ 773663 h 1185358"/>
              <a:gd name="connsiteX27-857" fmla="*/ 547940 w 1376584"/>
              <a:gd name="connsiteY27-858" fmla="*/ 768867 h 1185358"/>
              <a:gd name="connsiteX28-859" fmla="*/ 766437 w 1376584"/>
              <a:gd name="connsiteY28-860" fmla="*/ 425807 h 1185358"/>
              <a:gd name="connsiteX29-861" fmla="*/ 975541 w 1376584"/>
              <a:gd name="connsiteY29-862" fmla="*/ 111878 h 1185358"/>
              <a:gd name="connsiteX30-863" fmla="*/ 840116 w 1376584"/>
              <a:gd name="connsiteY30-864" fmla="*/ 488747 h 1185358"/>
              <a:gd name="connsiteX31-865" fmla="*/ 561095 w 1376584"/>
              <a:gd name="connsiteY31-866" fmla="*/ 758900 h 1185358"/>
              <a:gd name="connsiteX32-867" fmla="*/ 559352 w 1376584"/>
              <a:gd name="connsiteY32-868" fmla="*/ 804155 h 1185358"/>
              <a:gd name="connsiteX33-869" fmla="*/ 932206 w 1376584"/>
              <a:gd name="connsiteY33-870" fmla="*/ 720066 h 1185358"/>
              <a:gd name="connsiteX34-871" fmla="*/ 1376577 w 1376584"/>
              <a:gd name="connsiteY34-872" fmla="*/ 808257 h 1185358"/>
              <a:gd name="connsiteX35-873" fmla="*/ 924252 w 1376584"/>
              <a:gd name="connsiteY35-874" fmla="*/ 827983 h 1185358"/>
              <a:gd name="connsiteX36-875" fmla="*/ 554123 w 1376584"/>
              <a:gd name="connsiteY36-876" fmla="*/ 845929 h 1185358"/>
              <a:gd name="connsiteX37-877" fmla="*/ 442564 w 1376584"/>
              <a:gd name="connsiteY37-878" fmla="*/ 1127906 h 1185358"/>
              <a:gd name="connsiteX38-879" fmla="*/ 442564 w 1376584"/>
              <a:gd name="connsiteY38-880" fmla="*/ 1126165 h 1185358"/>
              <a:gd name="connsiteX39-881" fmla="*/ 433782 w 1376584"/>
              <a:gd name="connsiteY39-882" fmla="*/ 1185358 h 1185358"/>
              <a:gd name="connsiteX40-883" fmla="*/ 409926 w 1376584"/>
              <a:gd name="connsiteY40-884" fmla="*/ 1173146 h 1185358"/>
              <a:gd name="connsiteX41-885" fmla="*/ 308758 w 1376584"/>
              <a:gd name="connsiteY41-886" fmla="*/ 1101219 h 1185358"/>
              <a:gd name="connsiteX42-887" fmla="*/ 306177 w 1376584"/>
              <a:gd name="connsiteY42-888" fmla="*/ 1098759 h 1185358"/>
              <a:gd name="connsiteX43-889" fmla="*/ 306601 w 1376584"/>
              <a:gd name="connsiteY43-890" fmla="*/ 1094345 h 1185358"/>
              <a:gd name="connsiteX44-891" fmla="*/ 212473 w 1376584"/>
              <a:gd name="connsiteY44-892" fmla="*/ 985177 h 1185358"/>
              <a:gd name="connsiteX45-893" fmla="*/ 184408 w 1376584"/>
              <a:gd name="connsiteY45-894" fmla="*/ 971573 h 1185358"/>
              <a:gd name="connsiteX46-895" fmla="*/ 142558 w 1376584"/>
              <a:gd name="connsiteY46-896" fmla="*/ 918310 h 1185358"/>
              <a:gd name="connsiteX47-897" fmla="*/ 92255 w 1376584"/>
              <a:gd name="connsiteY47-898" fmla="*/ 830791 h 1185358"/>
              <a:gd name="connsiteX48-899" fmla="*/ 183494 w 1376584"/>
              <a:gd name="connsiteY48-900" fmla="*/ 890967 h 1185358"/>
              <a:gd name="connsiteX49-901" fmla="*/ 317059 w 1376584"/>
              <a:gd name="connsiteY49-902" fmla="*/ 939922 h 1185358"/>
              <a:gd name="connsiteX50-903" fmla="*/ 184583 w 1376584"/>
              <a:gd name="connsiteY50-904" fmla="*/ 428187 h 1185358"/>
              <a:gd name="connsiteX51-905" fmla="*/ 184583 w 1376584"/>
              <a:gd name="connsiteY51-906" fmla="*/ 429927 h 1185358"/>
              <a:gd name="connsiteX52-907" fmla="*/ 3681 w 1376584"/>
              <a:gd name="connsiteY52-908" fmla="*/ 380483 h 1185358"/>
              <a:gd name="connsiteX53-909" fmla="*/ 0 w 1376584"/>
              <a:gd name="connsiteY53-910" fmla="*/ 378767 h 1185358"/>
              <a:gd name="connsiteX54-911" fmla="*/ 5499 w 1376584"/>
              <a:gd name="connsiteY54-912" fmla="*/ 306086 h 1185358"/>
              <a:gd name="connsiteX55-913" fmla="*/ 6479 w 1376584"/>
              <a:gd name="connsiteY55-914" fmla="*/ 301836 h 1185358"/>
              <a:gd name="connsiteX56-915" fmla="*/ 21248 w 1376584"/>
              <a:gd name="connsiteY56-916" fmla="*/ 309554 h 1185358"/>
              <a:gd name="connsiteX57-917" fmla="*/ 179354 w 1376584"/>
              <a:gd name="connsiteY57-918" fmla="*/ 417743 h 1185358"/>
              <a:gd name="connsiteX58-919" fmla="*/ 161923 w 1376584"/>
              <a:gd name="connsiteY58-920" fmla="*/ 363785 h 1185358"/>
              <a:gd name="connsiteX59-921" fmla="*/ 76864 w 1376584"/>
              <a:gd name="connsiteY59-922" fmla="*/ 223531 h 1185358"/>
              <a:gd name="connsiteX60-923" fmla="*/ 45093 w 1376584"/>
              <a:gd name="connsiteY60-924" fmla="*/ 153773 h 1185358"/>
              <a:gd name="connsiteX61-925" fmla="*/ 78906 w 1376584"/>
              <a:gd name="connsiteY61-926" fmla="*/ 67954 h 1185358"/>
              <a:gd name="connsiteX62-927" fmla="*/ 102657 w 1376584"/>
              <a:gd name="connsiteY62-928" fmla="*/ 120101 h 1185358"/>
              <a:gd name="connsiteX63-929" fmla="*/ 177611 w 1376584"/>
              <a:gd name="connsiteY63-930" fmla="*/ 358563 h 1185358"/>
              <a:gd name="connsiteX64-931" fmla="*/ 231647 w 1376584"/>
              <a:gd name="connsiteY64-932" fmla="*/ 436890 h 1185358"/>
              <a:gd name="connsiteX65-933" fmla="*/ 224675 w 1376584"/>
              <a:gd name="connsiteY65-934" fmla="*/ 257608 h 1185358"/>
              <a:gd name="connsiteX66-935" fmla="*/ 259537 w 1376584"/>
              <a:gd name="connsiteY66-936" fmla="*/ 0 h 1185358"/>
              <a:gd name="connsiteX0-937" fmla="*/ 548838 w 1376584"/>
              <a:gd name="connsiteY0-938" fmla="*/ 773663 h 1185358"/>
              <a:gd name="connsiteX1-939" fmla="*/ 549308 w 1376584"/>
              <a:gd name="connsiteY1-940" fmla="*/ 776172 h 1185358"/>
              <a:gd name="connsiteX2-941" fmla="*/ 549111 w 1376584"/>
              <a:gd name="connsiteY2-942" fmla="*/ 776736 h 1185358"/>
              <a:gd name="connsiteX3-943" fmla="*/ 548838 w 1376584"/>
              <a:gd name="connsiteY3-944" fmla="*/ 773663 h 1185358"/>
              <a:gd name="connsiteX4-945" fmla="*/ 259537 w 1376584"/>
              <a:gd name="connsiteY4-946" fmla="*/ 0 h 1185358"/>
              <a:gd name="connsiteX5-947" fmla="*/ 289170 w 1376584"/>
              <a:gd name="connsiteY5-948" fmla="*/ 257608 h 1185358"/>
              <a:gd name="connsiteX6-949" fmla="*/ 266509 w 1376584"/>
              <a:gd name="connsiteY6-950" fmla="*/ 492589 h 1185358"/>
              <a:gd name="connsiteX7-951" fmla="*/ 332747 w 1376584"/>
              <a:gd name="connsiteY7-952" fmla="*/ 610949 h 1185358"/>
              <a:gd name="connsiteX8-953" fmla="*/ 367610 w 1376584"/>
              <a:gd name="connsiteY8-954" fmla="*/ 429927 h 1185358"/>
              <a:gd name="connsiteX9-955" fmla="*/ 461738 w 1376584"/>
              <a:gd name="connsiteY9-956" fmla="*/ 186244 h 1185358"/>
              <a:gd name="connsiteX10-957" fmla="*/ 432105 w 1376584"/>
              <a:gd name="connsiteY10-958" fmla="*/ 445593 h 1185358"/>
              <a:gd name="connsiteX11-959" fmla="*/ 358894 w 1376584"/>
              <a:gd name="connsiteY11-960" fmla="*/ 663167 h 1185358"/>
              <a:gd name="connsiteX12-961" fmla="*/ 446050 w 1376584"/>
              <a:gd name="connsiteY12-962" fmla="*/ 1009545 h 1185358"/>
              <a:gd name="connsiteX13-963" fmla="*/ 527976 w 1376584"/>
              <a:gd name="connsiteY13-964" fmla="*/ 833745 h 1185358"/>
              <a:gd name="connsiteX14-965" fmla="*/ 524490 w 1376584"/>
              <a:gd name="connsiteY14-966" fmla="*/ 828523 h 1185358"/>
              <a:gd name="connsiteX15-967" fmla="*/ 534948 w 1376584"/>
              <a:gd name="connsiteY15-968" fmla="*/ 816339 h 1185358"/>
              <a:gd name="connsiteX16-969" fmla="*/ 545843 w 1376584"/>
              <a:gd name="connsiteY16-970" fmla="*/ 786096 h 1185358"/>
              <a:gd name="connsiteX17-971" fmla="*/ 549111 w 1376584"/>
              <a:gd name="connsiteY17-972" fmla="*/ 776736 h 1185358"/>
              <a:gd name="connsiteX18-973" fmla="*/ 549111 w 1376584"/>
              <a:gd name="connsiteY18-974" fmla="*/ 776741 h 1185358"/>
              <a:gd name="connsiteX19-975" fmla="*/ 549674 w 1376584"/>
              <a:gd name="connsiteY19-976" fmla="*/ 778130 h 1185358"/>
              <a:gd name="connsiteX20-977" fmla="*/ 550636 w 1376584"/>
              <a:gd name="connsiteY20-978" fmla="*/ 783268 h 1185358"/>
              <a:gd name="connsiteX21-979" fmla="*/ 551426 w 1376584"/>
              <a:gd name="connsiteY21-980" fmla="*/ 782452 h 1185358"/>
              <a:gd name="connsiteX22-981" fmla="*/ 549674 w 1376584"/>
              <a:gd name="connsiteY22-982" fmla="*/ 778130 h 1185358"/>
              <a:gd name="connsiteX23-983" fmla="*/ 549308 w 1376584"/>
              <a:gd name="connsiteY23-984" fmla="*/ 776172 h 1185358"/>
              <a:gd name="connsiteX24-985" fmla="*/ 554123 w 1376584"/>
              <a:gd name="connsiteY24-986" fmla="*/ 762381 h 1185358"/>
              <a:gd name="connsiteX25-987" fmla="*/ 548430 w 1376584"/>
              <a:gd name="connsiteY25-988" fmla="*/ 769071 h 1185358"/>
              <a:gd name="connsiteX26-989" fmla="*/ 548838 w 1376584"/>
              <a:gd name="connsiteY26-990" fmla="*/ 773663 h 1185358"/>
              <a:gd name="connsiteX27-991" fmla="*/ 547940 w 1376584"/>
              <a:gd name="connsiteY27-992" fmla="*/ 768867 h 1185358"/>
              <a:gd name="connsiteX28-993" fmla="*/ 766437 w 1376584"/>
              <a:gd name="connsiteY28-994" fmla="*/ 425807 h 1185358"/>
              <a:gd name="connsiteX29-995" fmla="*/ 975541 w 1376584"/>
              <a:gd name="connsiteY29-996" fmla="*/ 111878 h 1185358"/>
              <a:gd name="connsiteX30-997" fmla="*/ 840116 w 1376584"/>
              <a:gd name="connsiteY30-998" fmla="*/ 488747 h 1185358"/>
              <a:gd name="connsiteX31-999" fmla="*/ 561095 w 1376584"/>
              <a:gd name="connsiteY31-1000" fmla="*/ 758900 h 1185358"/>
              <a:gd name="connsiteX32-1001" fmla="*/ 559352 w 1376584"/>
              <a:gd name="connsiteY32-1002" fmla="*/ 804155 h 1185358"/>
              <a:gd name="connsiteX33-1003" fmla="*/ 932206 w 1376584"/>
              <a:gd name="connsiteY33-1004" fmla="*/ 720066 h 1185358"/>
              <a:gd name="connsiteX34-1005" fmla="*/ 1376577 w 1376584"/>
              <a:gd name="connsiteY34-1006" fmla="*/ 808257 h 1185358"/>
              <a:gd name="connsiteX35-1007" fmla="*/ 924252 w 1376584"/>
              <a:gd name="connsiteY35-1008" fmla="*/ 827983 h 1185358"/>
              <a:gd name="connsiteX36-1009" fmla="*/ 554123 w 1376584"/>
              <a:gd name="connsiteY36-1010" fmla="*/ 845929 h 1185358"/>
              <a:gd name="connsiteX37-1011" fmla="*/ 442564 w 1376584"/>
              <a:gd name="connsiteY37-1012" fmla="*/ 1127906 h 1185358"/>
              <a:gd name="connsiteX38-1013" fmla="*/ 442564 w 1376584"/>
              <a:gd name="connsiteY38-1014" fmla="*/ 1126165 h 1185358"/>
              <a:gd name="connsiteX39-1015" fmla="*/ 433782 w 1376584"/>
              <a:gd name="connsiteY39-1016" fmla="*/ 1185358 h 1185358"/>
              <a:gd name="connsiteX40-1017" fmla="*/ 409926 w 1376584"/>
              <a:gd name="connsiteY40-1018" fmla="*/ 1173146 h 1185358"/>
              <a:gd name="connsiteX41-1019" fmla="*/ 308758 w 1376584"/>
              <a:gd name="connsiteY41-1020" fmla="*/ 1101219 h 1185358"/>
              <a:gd name="connsiteX42-1021" fmla="*/ 306177 w 1376584"/>
              <a:gd name="connsiteY42-1022" fmla="*/ 1098759 h 1185358"/>
              <a:gd name="connsiteX43-1023" fmla="*/ 306601 w 1376584"/>
              <a:gd name="connsiteY43-1024" fmla="*/ 1094345 h 1185358"/>
              <a:gd name="connsiteX44-1025" fmla="*/ 212473 w 1376584"/>
              <a:gd name="connsiteY44-1026" fmla="*/ 985177 h 1185358"/>
              <a:gd name="connsiteX45-1027" fmla="*/ 184408 w 1376584"/>
              <a:gd name="connsiteY45-1028" fmla="*/ 971573 h 1185358"/>
              <a:gd name="connsiteX46-1029" fmla="*/ 142558 w 1376584"/>
              <a:gd name="connsiteY46-1030" fmla="*/ 918310 h 1185358"/>
              <a:gd name="connsiteX47-1031" fmla="*/ 92255 w 1376584"/>
              <a:gd name="connsiteY47-1032" fmla="*/ 830791 h 1185358"/>
              <a:gd name="connsiteX48-1033" fmla="*/ 183494 w 1376584"/>
              <a:gd name="connsiteY48-1034" fmla="*/ 890967 h 1185358"/>
              <a:gd name="connsiteX49-1035" fmla="*/ 317059 w 1376584"/>
              <a:gd name="connsiteY49-1036" fmla="*/ 939922 h 1185358"/>
              <a:gd name="connsiteX50-1037" fmla="*/ 184583 w 1376584"/>
              <a:gd name="connsiteY50-1038" fmla="*/ 428187 h 1185358"/>
              <a:gd name="connsiteX51-1039" fmla="*/ 184583 w 1376584"/>
              <a:gd name="connsiteY51-1040" fmla="*/ 429927 h 1185358"/>
              <a:gd name="connsiteX52-1041" fmla="*/ 3681 w 1376584"/>
              <a:gd name="connsiteY52-1042" fmla="*/ 380483 h 1185358"/>
              <a:gd name="connsiteX53-1043" fmla="*/ 0 w 1376584"/>
              <a:gd name="connsiteY53-1044" fmla="*/ 378767 h 1185358"/>
              <a:gd name="connsiteX54-1045" fmla="*/ 5499 w 1376584"/>
              <a:gd name="connsiteY54-1046" fmla="*/ 306086 h 1185358"/>
              <a:gd name="connsiteX55-1047" fmla="*/ 6479 w 1376584"/>
              <a:gd name="connsiteY55-1048" fmla="*/ 301836 h 1185358"/>
              <a:gd name="connsiteX56-1049" fmla="*/ 21248 w 1376584"/>
              <a:gd name="connsiteY56-1050" fmla="*/ 309554 h 1185358"/>
              <a:gd name="connsiteX57-1051" fmla="*/ 179354 w 1376584"/>
              <a:gd name="connsiteY57-1052" fmla="*/ 417743 h 1185358"/>
              <a:gd name="connsiteX58-1053" fmla="*/ 161923 w 1376584"/>
              <a:gd name="connsiteY58-1054" fmla="*/ 363785 h 1185358"/>
              <a:gd name="connsiteX59-1055" fmla="*/ 76864 w 1376584"/>
              <a:gd name="connsiteY59-1056" fmla="*/ 223531 h 1185358"/>
              <a:gd name="connsiteX60-1057" fmla="*/ 45093 w 1376584"/>
              <a:gd name="connsiteY60-1058" fmla="*/ 153773 h 1185358"/>
              <a:gd name="connsiteX61-1059" fmla="*/ 78906 w 1376584"/>
              <a:gd name="connsiteY61-1060" fmla="*/ 67954 h 1185358"/>
              <a:gd name="connsiteX62-1061" fmla="*/ 102657 w 1376584"/>
              <a:gd name="connsiteY62-1062" fmla="*/ 120101 h 1185358"/>
              <a:gd name="connsiteX63-1063" fmla="*/ 177611 w 1376584"/>
              <a:gd name="connsiteY63-1064" fmla="*/ 358563 h 1185358"/>
              <a:gd name="connsiteX64-1065" fmla="*/ 231647 w 1376584"/>
              <a:gd name="connsiteY64-1066" fmla="*/ 436890 h 1185358"/>
              <a:gd name="connsiteX65-1067" fmla="*/ 224675 w 1376584"/>
              <a:gd name="connsiteY65-1068" fmla="*/ 257608 h 1185358"/>
              <a:gd name="connsiteX66-1069" fmla="*/ 259537 w 1376584"/>
              <a:gd name="connsiteY66-1070" fmla="*/ 0 h 1185358"/>
              <a:gd name="connsiteX0-1071" fmla="*/ 548838 w 1376584"/>
              <a:gd name="connsiteY0-1072" fmla="*/ 773663 h 1185358"/>
              <a:gd name="connsiteX1-1073" fmla="*/ 549308 w 1376584"/>
              <a:gd name="connsiteY1-1074" fmla="*/ 776172 h 1185358"/>
              <a:gd name="connsiteX2-1075" fmla="*/ 549111 w 1376584"/>
              <a:gd name="connsiteY2-1076" fmla="*/ 776736 h 1185358"/>
              <a:gd name="connsiteX3-1077" fmla="*/ 548838 w 1376584"/>
              <a:gd name="connsiteY3-1078" fmla="*/ 773663 h 1185358"/>
              <a:gd name="connsiteX4-1079" fmla="*/ 259537 w 1376584"/>
              <a:gd name="connsiteY4-1080" fmla="*/ 0 h 1185358"/>
              <a:gd name="connsiteX5-1081" fmla="*/ 289170 w 1376584"/>
              <a:gd name="connsiteY5-1082" fmla="*/ 257608 h 1185358"/>
              <a:gd name="connsiteX6-1083" fmla="*/ 266509 w 1376584"/>
              <a:gd name="connsiteY6-1084" fmla="*/ 492589 h 1185358"/>
              <a:gd name="connsiteX7-1085" fmla="*/ 332747 w 1376584"/>
              <a:gd name="connsiteY7-1086" fmla="*/ 610949 h 1185358"/>
              <a:gd name="connsiteX8-1087" fmla="*/ 367610 w 1376584"/>
              <a:gd name="connsiteY8-1088" fmla="*/ 429927 h 1185358"/>
              <a:gd name="connsiteX9-1089" fmla="*/ 433162 w 1376584"/>
              <a:gd name="connsiteY9-1090" fmla="*/ 160054 h 1185358"/>
              <a:gd name="connsiteX10-1091" fmla="*/ 432105 w 1376584"/>
              <a:gd name="connsiteY10-1092" fmla="*/ 445593 h 1185358"/>
              <a:gd name="connsiteX11-1093" fmla="*/ 358894 w 1376584"/>
              <a:gd name="connsiteY11-1094" fmla="*/ 663167 h 1185358"/>
              <a:gd name="connsiteX12-1095" fmla="*/ 446050 w 1376584"/>
              <a:gd name="connsiteY12-1096" fmla="*/ 1009545 h 1185358"/>
              <a:gd name="connsiteX13-1097" fmla="*/ 527976 w 1376584"/>
              <a:gd name="connsiteY13-1098" fmla="*/ 833745 h 1185358"/>
              <a:gd name="connsiteX14-1099" fmla="*/ 524490 w 1376584"/>
              <a:gd name="connsiteY14-1100" fmla="*/ 828523 h 1185358"/>
              <a:gd name="connsiteX15-1101" fmla="*/ 534948 w 1376584"/>
              <a:gd name="connsiteY15-1102" fmla="*/ 816339 h 1185358"/>
              <a:gd name="connsiteX16-1103" fmla="*/ 545843 w 1376584"/>
              <a:gd name="connsiteY16-1104" fmla="*/ 786096 h 1185358"/>
              <a:gd name="connsiteX17-1105" fmla="*/ 549111 w 1376584"/>
              <a:gd name="connsiteY17-1106" fmla="*/ 776736 h 1185358"/>
              <a:gd name="connsiteX18-1107" fmla="*/ 549111 w 1376584"/>
              <a:gd name="connsiteY18-1108" fmla="*/ 776741 h 1185358"/>
              <a:gd name="connsiteX19-1109" fmla="*/ 549674 w 1376584"/>
              <a:gd name="connsiteY19-1110" fmla="*/ 778130 h 1185358"/>
              <a:gd name="connsiteX20-1111" fmla="*/ 550636 w 1376584"/>
              <a:gd name="connsiteY20-1112" fmla="*/ 783268 h 1185358"/>
              <a:gd name="connsiteX21-1113" fmla="*/ 551426 w 1376584"/>
              <a:gd name="connsiteY21-1114" fmla="*/ 782452 h 1185358"/>
              <a:gd name="connsiteX22-1115" fmla="*/ 549674 w 1376584"/>
              <a:gd name="connsiteY22-1116" fmla="*/ 778130 h 1185358"/>
              <a:gd name="connsiteX23-1117" fmla="*/ 549308 w 1376584"/>
              <a:gd name="connsiteY23-1118" fmla="*/ 776172 h 1185358"/>
              <a:gd name="connsiteX24-1119" fmla="*/ 554123 w 1376584"/>
              <a:gd name="connsiteY24-1120" fmla="*/ 762381 h 1185358"/>
              <a:gd name="connsiteX25-1121" fmla="*/ 548430 w 1376584"/>
              <a:gd name="connsiteY25-1122" fmla="*/ 769071 h 1185358"/>
              <a:gd name="connsiteX26-1123" fmla="*/ 548838 w 1376584"/>
              <a:gd name="connsiteY26-1124" fmla="*/ 773663 h 1185358"/>
              <a:gd name="connsiteX27-1125" fmla="*/ 547940 w 1376584"/>
              <a:gd name="connsiteY27-1126" fmla="*/ 768867 h 1185358"/>
              <a:gd name="connsiteX28-1127" fmla="*/ 766437 w 1376584"/>
              <a:gd name="connsiteY28-1128" fmla="*/ 425807 h 1185358"/>
              <a:gd name="connsiteX29-1129" fmla="*/ 975541 w 1376584"/>
              <a:gd name="connsiteY29-1130" fmla="*/ 111878 h 1185358"/>
              <a:gd name="connsiteX30-1131" fmla="*/ 840116 w 1376584"/>
              <a:gd name="connsiteY30-1132" fmla="*/ 488747 h 1185358"/>
              <a:gd name="connsiteX31-1133" fmla="*/ 561095 w 1376584"/>
              <a:gd name="connsiteY31-1134" fmla="*/ 758900 h 1185358"/>
              <a:gd name="connsiteX32-1135" fmla="*/ 559352 w 1376584"/>
              <a:gd name="connsiteY32-1136" fmla="*/ 804155 h 1185358"/>
              <a:gd name="connsiteX33-1137" fmla="*/ 932206 w 1376584"/>
              <a:gd name="connsiteY33-1138" fmla="*/ 720066 h 1185358"/>
              <a:gd name="connsiteX34-1139" fmla="*/ 1376577 w 1376584"/>
              <a:gd name="connsiteY34-1140" fmla="*/ 808257 h 1185358"/>
              <a:gd name="connsiteX35-1141" fmla="*/ 924252 w 1376584"/>
              <a:gd name="connsiteY35-1142" fmla="*/ 827983 h 1185358"/>
              <a:gd name="connsiteX36-1143" fmla="*/ 554123 w 1376584"/>
              <a:gd name="connsiteY36-1144" fmla="*/ 845929 h 1185358"/>
              <a:gd name="connsiteX37-1145" fmla="*/ 442564 w 1376584"/>
              <a:gd name="connsiteY37-1146" fmla="*/ 1127906 h 1185358"/>
              <a:gd name="connsiteX38-1147" fmla="*/ 442564 w 1376584"/>
              <a:gd name="connsiteY38-1148" fmla="*/ 1126165 h 1185358"/>
              <a:gd name="connsiteX39-1149" fmla="*/ 433782 w 1376584"/>
              <a:gd name="connsiteY39-1150" fmla="*/ 1185358 h 1185358"/>
              <a:gd name="connsiteX40-1151" fmla="*/ 409926 w 1376584"/>
              <a:gd name="connsiteY40-1152" fmla="*/ 1173146 h 1185358"/>
              <a:gd name="connsiteX41-1153" fmla="*/ 308758 w 1376584"/>
              <a:gd name="connsiteY41-1154" fmla="*/ 1101219 h 1185358"/>
              <a:gd name="connsiteX42-1155" fmla="*/ 306177 w 1376584"/>
              <a:gd name="connsiteY42-1156" fmla="*/ 1098759 h 1185358"/>
              <a:gd name="connsiteX43-1157" fmla="*/ 306601 w 1376584"/>
              <a:gd name="connsiteY43-1158" fmla="*/ 1094345 h 1185358"/>
              <a:gd name="connsiteX44-1159" fmla="*/ 212473 w 1376584"/>
              <a:gd name="connsiteY44-1160" fmla="*/ 985177 h 1185358"/>
              <a:gd name="connsiteX45-1161" fmla="*/ 184408 w 1376584"/>
              <a:gd name="connsiteY45-1162" fmla="*/ 971573 h 1185358"/>
              <a:gd name="connsiteX46-1163" fmla="*/ 142558 w 1376584"/>
              <a:gd name="connsiteY46-1164" fmla="*/ 918310 h 1185358"/>
              <a:gd name="connsiteX47-1165" fmla="*/ 92255 w 1376584"/>
              <a:gd name="connsiteY47-1166" fmla="*/ 830791 h 1185358"/>
              <a:gd name="connsiteX48-1167" fmla="*/ 183494 w 1376584"/>
              <a:gd name="connsiteY48-1168" fmla="*/ 890967 h 1185358"/>
              <a:gd name="connsiteX49-1169" fmla="*/ 317059 w 1376584"/>
              <a:gd name="connsiteY49-1170" fmla="*/ 939922 h 1185358"/>
              <a:gd name="connsiteX50-1171" fmla="*/ 184583 w 1376584"/>
              <a:gd name="connsiteY50-1172" fmla="*/ 428187 h 1185358"/>
              <a:gd name="connsiteX51-1173" fmla="*/ 184583 w 1376584"/>
              <a:gd name="connsiteY51-1174" fmla="*/ 429927 h 1185358"/>
              <a:gd name="connsiteX52-1175" fmla="*/ 3681 w 1376584"/>
              <a:gd name="connsiteY52-1176" fmla="*/ 380483 h 1185358"/>
              <a:gd name="connsiteX53-1177" fmla="*/ 0 w 1376584"/>
              <a:gd name="connsiteY53-1178" fmla="*/ 378767 h 1185358"/>
              <a:gd name="connsiteX54-1179" fmla="*/ 5499 w 1376584"/>
              <a:gd name="connsiteY54-1180" fmla="*/ 306086 h 1185358"/>
              <a:gd name="connsiteX55-1181" fmla="*/ 6479 w 1376584"/>
              <a:gd name="connsiteY55-1182" fmla="*/ 301836 h 1185358"/>
              <a:gd name="connsiteX56-1183" fmla="*/ 21248 w 1376584"/>
              <a:gd name="connsiteY56-1184" fmla="*/ 309554 h 1185358"/>
              <a:gd name="connsiteX57-1185" fmla="*/ 179354 w 1376584"/>
              <a:gd name="connsiteY57-1186" fmla="*/ 417743 h 1185358"/>
              <a:gd name="connsiteX58-1187" fmla="*/ 161923 w 1376584"/>
              <a:gd name="connsiteY58-1188" fmla="*/ 363785 h 1185358"/>
              <a:gd name="connsiteX59-1189" fmla="*/ 76864 w 1376584"/>
              <a:gd name="connsiteY59-1190" fmla="*/ 223531 h 1185358"/>
              <a:gd name="connsiteX60-1191" fmla="*/ 45093 w 1376584"/>
              <a:gd name="connsiteY60-1192" fmla="*/ 153773 h 1185358"/>
              <a:gd name="connsiteX61-1193" fmla="*/ 78906 w 1376584"/>
              <a:gd name="connsiteY61-1194" fmla="*/ 67954 h 1185358"/>
              <a:gd name="connsiteX62-1195" fmla="*/ 102657 w 1376584"/>
              <a:gd name="connsiteY62-1196" fmla="*/ 120101 h 1185358"/>
              <a:gd name="connsiteX63-1197" fmla="*/ 177611 w 1376584"/>
              <a:gd name="connsiteY63-1198" fmla="*/ 358563 h 1185358"/>
              <a:gd name="connsiteX64-1199" fmla="*/ 231647 w 1376584"/>
              <a:gd name="connsiteY64-1200" fmla="*/ 436890 h 1185358"/>
              <a:gd name="connsiteX65-1201" fmla="*/ 224675 w 1376584"/>
              <a:gd name="connsiteY65-1202" fmla="*/ 257608 h 1185358"/>
              <a:gd name="connsiteX66-1203" fmla="*/ 259537 w 1376584"/>
              <a:gd name="connsiteY66-1204" fmla="*/ 0 h 1185358"/>
              <a:gd name="connsiteX0-1205" fmla="*/ 548838 w 1376584"/>
              <a:gd name="connsiteY0-1206" fmla="*/ 773663 h 1185358"/>
              <a:gd name="connsiteX1-1207" fmla="*/ 549308 w 1376584"/>
              <a:gd name="connsiteY1-1208" fmla="*/ 776172 h 1185358"/>
              <a:gd name="connsiteX2-1209" fmla="*/ 549111 w 1376584"/>
              <a:gd name="connsiteY2-1210" fmla="*/ 776736 h 1185358"/>
              <a:gd name="connsiteX3-1211" fmla="*/ 548838 w 1376584"/>
              <a:gd name="connsiteY3-1212" fmla="*/ 773663 h 1185358"/>
              <a:gd name="connsiteX4-1213" fmla="*/ 259537 w 1376584"/>
              <a:gd name="connsiteY4-1214" fmla="*/ 0 h 1185358"/>
              <a:gd name="connsiteX5-1215" fmla="*/ 289170 w 1376584"/>
              <a:gd name="connsiteY5-1216" fmla="*/ 257608 h 1185358"/>
              <a:gd name="connsiteX6-1217" fmla="*/ 266509 w 1376584"/>
              <a:gd name="connsiteY6-1218" fmla="*/ 492589 h 1185358"/>
              <a:gd name="connsiteX7-1219" fmla="*/ 332747 w 1376584"/>
              <a:gd name="connsiteY7-1220" fmla="*/ 610949 h 1185358"/>
              <a:gd name="connsiteX8-1221" fmla="*/ 367610 w 1376584"/>
              <a:gd name="connsiteY8-1222" fmla="*/ 429927 h 1185358"/>
              <a:gd name="connsiteX9-1223" fmla="*/ 433162 w 1376584"/>
              <a:gd name="connsiteY9-1224" fmla="*/ 160054 h 1185358"/>
              <a:gd name="connsiteX10-1225" fmla="*/ 432105 w 1376584"/>
              <a:gd name="connsiteY10-1226" fmla="*/ 445593 h 1185358"/>
              <a:gd name="connsiteX11-1227" fmla="*/ 358894 w 1376584"/>
              <a:gd name="connsiteY11-1228" fmla="*/ 663167 h 1185358"/>
              <a:gd name="connsiteX12-1229" fmla="*/ 446050 w 1376584"/>
              <a:gd name="connsiteY12-1230" fmla="*/ 1009545 h 1185358"/>
              <a:gd name="connsiteX13-1231" fmla="*/ 527976 w 1376584"/>
              <a:gd name="connsiteY13-1232" fmla="*/ 833745 h 1185358"/>
              <a:gd name="connsiteX14-1233" fmla="*/ 524490 w 1376584"/>
              <a:gd name="connsiteY14-1234" fmla="*/ 828523 h 1185358"/>
              <a:gd name="connsiteX15-1235" fmla="*/ 534948 w 1376584"/>
              <a:gd name="connsiteY15-1236" fmla="*/ 816339 h 1185358"/>
              <a:gd name="connsiteX16-1237" fmla="*/ 545843 w 1376584"/>
              <a:gd name="connsiteY16-1238" fmla="*/ 786096 h 1185358"/>
              <a:gd name="connsiteX17-1239" fmla="*/ 549111 w 1376584"/>
              <a:gd name="connsiteY17-1240" fmla="*/ 776736 h 1185358"/>
              <a:gd name="connsiteX18-1241" fmla="*/ 549111 w 1376584"/>
              <a:gd name="connsiteY18-1242" fmla="*/ 776741 h 1185358"/>
              <a:gd name="connsiteX19-1243" fmla="*/ 549674 w 1376584"/>
              <a:gd name="connsiteY19-1244" fmla="*/ 778130 h 1185358"/>
              <a:gd name="connsiteX20-1245" fmla="*/ 550636 w 1376584"/>
              <a:gd name="connsiteY20-1246" fmla="*/ 783268 h 1185358"/>
              <a:gd name="connsiteX21-1247" fmla="*/ 551426 w 1376584"/>
              <a:gd name="connsiteY21-1248" fmla="*/ 782452 h 1185358"/>
              <a:gd name="connsiteX22-1249" fmla="*/ 549674 w 1376584"/>
              <a:gd name="connsiteY22-1250" fmla="*/ 778130 h 1185358"/>
              <a:gd name="connsiteX23-1251" fmla="*/ 549308 w 1376584"/>
              <a:gd name="connsiteY23-1252" fmla="*/ 776172 h 1185358"/>
              <a:gd name="connsiteX24-1253" fmla="*/ 554123 w 1376584"/>
              <a:gd name="connsiteY24-1254" fmla="*/ 762381 h 1185358"/>
              <a:gd name="connsiteX25-1255" fmla="*/ 548430 w 1376584"/>
              <a:gd name="connsiteY25-1256" fmla="*/ 769071 h 1185358"/>
              <a:gd name="connsiteX26-1257" fmla="*/ 548838 w 1376584"/>
              <a:gd name="connsiteY26-1258" fmla="*/ 773663 h 1185358"/>
              <a:gd name="connsiteX27-1259" fmla="*/ 547940 w 1376584"/>
              <a:gd name="connsiteY27-1260" fmla="*/ 768867 h 1185358"/>
              <a:gd name="connsiteX28-1261" fmla="*/ 766437 w 1376584"/>
              <a:gd name="connsiteY28-1262" fmla="*/ 425807 h 1185358"/>
              <a:gd name="connsiteX29-1263" fmla="*/ 975541 w 1376584"/>
              <a:gd name="connsiteY29-1264" fmla="*/ 111878 h 1185358"/>
              <a:gd name="connsiteX30-1265" fmla="*/ 840116 w 1376584"/>
              <a:gd name="connsiteY30-1266" fmla="*/ 488747 h 1185358"/>
              <a:gd name="connsiteX31-1267" fmla="*/ 561095 w 1376584"/>
              <a:gd name="connsiteY31-1268" fmla="*/ 758900 h 1185358"/>
              <a:gd name="connsiteX32-1269" fmla="*/ 559352 w 1376584"/>
              <a:gd name="connsiteY32-1270" fmla="*/ 804155 h 1185358"/>
              <a:gd name="connsiteX33-1271" fmla="*/ 932206 w 1376584"/>
              <a:gd name="connsiteY33-1272" fmla="*/ 720066 h 1185358"/>
              <a:gd name="connsiteX34-1273" fmla="*/ 1376577 w 1376584"/>
              <a:gd name="connsiteY34-1274" fmla="*/ 808257 h 1185358"/>
              <a:gd name="connsiteX35-1275" fmla="*/ 924252 w 1376584"/>
              <a:gd name="connsiteY35-1276" fmla="*/ 827983 h 1185358"/>
              <a:gd name="connsiteX36-1277" fmla="*/ 554123 w 1376584"/>
              <a:gd name="connsiteY36-1278" fmla="*/ 845929 h 1185358"/>
              <a:gd name="connsiteX37-1279" fmla="*/ 442564 w 1376584"/>
              <a:gd name="connsiteY37-1280" fmla="*/ 1127906 h 1185358"/>
              <a:gd name="connsiteX38-1281" fmla="*/ 442564 w 1376584"/>
              <a:gd name="connsiteY38-1282" fmla="*/ 1126165 h 1185358"/>
              <a:gd name="connsiteX39-1283" fmla="*/ 433782 w 1376584"/>
              <a:gd name="connsiteY39-1284" fmla="*/ 1185358 h 1185358"/>
              <a:gd name="connsiteX40-1285" fmla="*/ 409926 w 1376584"/>
              <a:gd name="connsiteY40-1286" fmla="*/ 1173146 h 1185358"/>
              <a:gd name="connsiteX41-1287" fmla="*/ 308758 w 1376584"/>
              <a:gd name="connsiteY41-1288" fmla="*/ 1101219 h 1185358"/>
              <a:gd name="connsiteX42-1289" fmla="*/ 306177 w 1376584"/>
              <a:gd name="connsiteY42-1290" fmla="*/ 1098759 h 1185358"/>
              <a:gd name="connsiteX43-1291" fmla="*/ 306601 w 1376584"/>
              <a:gd name="connsiteY43-1292" fmla="*/ 1094345 h 1185358"/>
              <a:gd name="connsiteX44-1293" fmla="*/ 212473 w 1376584"/>
              <a:gd name="connsiteY44-1294" fmla="*/ 985177 h 1185358"/>
              <a:gd name="connsiteX45-1295" fmla="*/ 184408 w 1376584"/>
              <a:gd name="connsiteY45-1296" fmla="*/ 971573 h 1185358"/>
              <a:gd name="connsiteX46-1297" fmla="*/ 142558 w 1376584"/>
              <a:gd name="connsiteY46-1298" fmla="*/ 918310 h 1185358"/>
              <a:gd name="connsiteX47-1299" fmla="*/ 92255 w 1376584"/>
              <a:gd name="connsiteY47-1300" fmla="*/ 830791 h 1185358"/>
              <a:gd name="connsiteX48-1301" fmla="*/ 183494 w 1376584"/>
              <a:gd name="connsiteY48-1302" fmla="*/ 890967 h 1185358"/>
              <a:gd name="connsiteX49-1303" fmla="*/ 317059 w 1376584"/>
              <a:gd name="connsiteY49-1304" fmla="*/ 939922 h 1185358"/>
              <a:gd name="connsiteX50-1305" fmla="*/ 184583 w 1376584"/>
              <a:gd name="connsiteY50-1306" fmla="*/ 428187 h 1185358"/>
              <a:gd name="connsiteX51-1307" fmla="*/ 184583 w 1376584"/>
              <a:gd name="connsiteY51-1308" fmla="*/ 429927 h 1185358"/>
              <a:gd name="connsiteX52-1309" fmla="*/ 3681 w 1376584"/>
              <a:gd name="connsiteY52-1310" fmla="*/ 380483 h 1185358"/>
              <a:gd name="connsiteX53-1311" fmla="*/ 0 w 1376584"/>
              <a:gd name="connsiteY53-1312" fmla="*/ 378767 h 1185358"/>
              <a:gd name="connsiteX54-1313" fmla="*/ 5499 w 1376584"/>
              <a:gd name="connsiteY54-1314" fmla="*/ 306086 h 1185358"/>
              <a:gd name="connsiteX55-1315" fmla="*/ 6479 w 1376584"/>
              <a:gd name="connsiteY55-1316" fmla="*/ 301836 h 1185358"/>
              <a:gd name="connsiteX56-1317" fmla="*/ 21248 w 1376584"/>
              <a:gd name="connsiteY56-1318" fmla="*/ 309554 h 1185358"/>
              <a:gd name="connsiteX57-1319" fmla="*/ 179354 w 1376584"/>
              <a:gd name="connsiteY57-1320" fmla="*/ 417743 h 1185358"/>
              <a:gd name="connsiteX58-1321" fmla="*/ 161923 w 1376584"/>
              <a:gd name="connsiteY58-1322" fmla="*/ 363785 h 1185358"/>
              <a:gd name="connsiteX59-1323" fmla="*/ 76864 w 1376584"/>
              <a:gd name="connsiteY59-1324" fmla="*/ 223531 h 1185358"/>
              <a:gd name="connsiteX60-1325" fmla="*/ 45093 w 1376584"/>
              <a:gd name="connsiteY60-1326" fmla="*/ 153773 h 1185358"/>
              <a:gd name="connsiteX61-1327" fmla="*/ 78906 w 1376584"/>
              <a:gd name="connsiteY61-1328" fmla="*/ 67954 h 1185358"/>
              <a:gd name="connsiteX62-1329" fmla="*/ 102657 w 1376584"/>
              <a:gd name="connsiteY62-1330" fmla="*/ 120101 h 1185358"/>
              <a:gd name="connsiteX63-1331" fmla="*/ 177611 w 1376584"/>
              <a:gd name="connsiteY63-1332" fmla="*/ 358563 h 1185358"/>
              <a:gd name="connsiteX64-1333" fmla="*/ 231647 w 1376584"/>
              <a:gd name="connsiteY64-1334" fmla="*/ 436890 h 1185358"/>
              <a:gd name="connsiteX65-1335" fmla="*/ 224675 w 1376584"/>
              <a:gd name="connsiteY65-1336" fmla="*/ 257608 h 1185358"/>
              <a:gd name="connsiteX66-1337" fmla="*/ 259537 w 1376584"/>
              <a:gd name="connsiteY66-1338" fmla="*/ 0 h 1185358"/>
              <a:gd name="connsiteX0-1339" fmla="*/ 548838 w 1376584"/>
              <a:gd name="connsiteY0-1340" fmla="*/ 773663 h 1185358"/>
              <a:gd name="connsiteX1-1341" fmla="*/ 549308 w 1376584"/>
              <a:gd name="connsiteY1-1342" fmla="*/ 776172 h 1185358"/>
              <a:gd name="connsiteX2-1343" fmla="*/ 549111 w 1376584"/>
              <a:gd name="connsiteY2-1344" fmla="*/ 776736 h 1185358"/>
              <a:gd name="connsiteX3-1345" fmla="*/ 548838 w 1376584"/>
              <a:gd name="connsiteY3-1346" fmla="*/ 773663 h 1185358"/>
              <a:gd name="connsiteX4-1347" fmla="*/ 259537 w 1376584"/>
              <a:gd name="connsiteY4-1348" fmla="*/ 0 h 1185358"/>
              <a:gd name="connsiteX5-1349" fmla="*/ 289170 w 1376584"/>
              <a:gd name="connsiteY5-1350" fmla="*/ 257608 h 1185358"/>
              <a:gd name="connsiteX6-1351" fmla="*/ 266509 w 1376584"/>
              <a:gd name="connsiteY6-1352" fmla="*/ 492589 h 1185358"/>
              <a:gd name="connsiteX7-1353" fmla="*/ 332747 w 1376584"/>
              <a:gd name="connsiteY7-1354" fmla="*/ 610949 h 1185358"/>
              <a:gd name="connsiteX8-1355" fmla="*/ 367610 w 1376584"/>
              <a:gd name="connsiteY8-1356" fmla="*/ 429927 h 1185358"/>
              <a:gd name="connsiteX9-1357" fmla="*/ 433162 w 1376584"/>
              <a:gd name="connsiteY9-1358" fmla="*/ 160054 h 1185358"/>
              <a:gd name="connsiteX10-1359" fmla="*/ 432105 w 1376584"/>
              <a:gd name="connsiteY10-1360" fmla="*/ 445593 h 1185358"/>
              <a:gd name="connsiteX11-1361" fmla="*/ 358894 w 1376584"/>
              <a:gd name="connsiteY11-1362" fmla="*/ 663167 h 1185358"/>
              <a:gd name="connsiteX12-1363" fmla="*/ 446050 w 1376584"/>
              <a:gd name="connsiteY12-1364" fmla="*/ 1009545 h 1185358"/>
              <a:gd name="connsiteX13-1365" fmla="*/ 527976 w 1376584"/>
              <a:gd name="connsiteY13-1366" fmla="*/ 833745 h 1185358"/>
              <a:gd name="connsiteX14-1367" fmla="*/ 524490 w 1376584"/>
              <a:gd name="connsiteY14-1368" fmla="*/ 828523 h 1185358"/>
              <a:gd name="connsiteX15-1369" fmla="*/ 534948 w 1376584"/>
              <a:gd name="connsiteY15-1370" fmla="*/ 816339 h 1185358"/>
              <a:gd name="connsiteX16-1371" fmla="*/ 545843 w 1376584"/>
              <a:gd name="connsiteY16-1372" fmla="*/ 786096 h 1185358"/>
              <a:gd name="connsiteX17-1373" fmla="*/ 549111 w 1376584"/>
              <a:gd name="connsiteY17-1374" fmla="*/ 776736 h 1185358"/>
              <a:gd name="connsiteX18-1375" fmla="*/ 549111 w 1376584"/>
              <a:gd name="connsiteY18-1376" fmla="*/ 776741 h 1185358"/>
              <a:gd name="connsiteX19-1377" fmla="*/ 549674 w 1376584"/>
              <a:gd name="connsiteY19-1378" fmla="*/ 778130 h 1185358"/>
              <a:gd name="connsiteX20-1379" fmla="*/ 550636 w 1376584"/>
              <a:gd name="connsiteY20-1380" fmla="*/ 783268 h 1185358"/>
              <a:gd name="connsiteX21-1381" fmla="*/ 551426 w 1376584"/>
              <a:gd name="connsiteY21-1382" fmla="*/ 782452 h 1185358"/>
              <a:gd name="connsiteX22-1383" fmla="*/ 549674 w 1376584"/>
              <a:gd name="connsiteY22-1384" fmla="*/ 778130 h 1185358"/>
              <a:gd name="connsiteX23-1385" fmla="*/ 549308 w 1376584"/>
              <a:gd name="connsiteY23-1386" fmla="*/ 776172 h 1185358"/>
              <a:gd name="connsiteX24-1387" fmla="*/ 554123 w 1376584"/>
              <a:gd name="connsiteY24-1388" fmla="*/ 762381 h 1185358"/>
              <a:gd name="connsiteX25-1389" fmla="*/ 548430 w 1376584"/>
              <a:gd name="connsiteY25-1390" fmla="*/ 769071 h 1185358"/>
              <a:gd name="connsiteX26-1391" fmla="*/ 548838 w 1376584"/>
              <a:gd name="connsiteY26-1392" fmla="*/ 773663 h 1185358"/>
              <a:gd name="connsiteX27-1393" fmla="*/ 547940 w 1376584"/>
              <a:gd name="connsiteY27-1394" fmla="*/ 768867 h 1185358"/>
              <a:gd name="connsiteX28-1395" fmla="*/ 766437 w 1376584"/>
              <a:gd name="connsiteY28-1396" fmla="*/ 425807 h 1185358"/>
              <a:gd name="connsiteX29-1397" fmla="*/ 975541 w 1376584"/>
              <a:gd name="connsiteY29-1398" fmla="*/ 111878 h 1185358"/>
              <a:gd name="connsiteX30-1399" fmla="*/ 840116 w 1376584"/>
              <a:gd name="connsiteY30-1400" fmla="*/ 488747 h 1185358"/>
              <a:gd name="connsiteX31-1401" fmla="*/ 561095 w 1376584"/>
              <a:gd name="connsiteY31-1402" fmla="*/ 758900 h 1185358"/>
              <a:gd name="connsiteX32-1403" fmla="*/ 559352 w 1376584"/>
              <a:gd name="connsiteY32-1404" fmla="*/ 804155 h 1185358"/>
              <a:gd name="connsiteX33-1405" fmla="*/ 932206 w 1376584"/>
              <a:gd name="connsiteY33-1406" fmla="*/ 720066 h 1185358"/>
              <a:gd name="connsiteX34-1407" fmla="*/ 1376577 w 1376584"/>
              <a:gd name="connsiteY34-1408" fmla="*/ 808257 h 1185358"/>
              <a:gd name="connsiteX35-1409" fmla="*/ 924252 w 1376584"/>
              <a:gd name="connsiteY35-1410" fmla="*/ 827983 h 1185358"/>
              <a:gd name="connsiteX36-1411" fmla="*/ 554123 w 1376584"/>
              <a:gd name="connsiteY36-1412" fmla="*/ 845929 h 1185358"/>
              <a:gd name="connsiteX37-1413" fmla="*/ 442564 w 1376584"/>
              <a:gd name="connsiteY37-1414" fmla="*/ 1127906 h 1185358"/>
              <a:gd name="connsiteX38-1415" fmla="*/ 442564 w 1376584"/>
              <a:gd name="connsiteY38-1416" fmla="*/ 1126165 h 1185358"/>
              <a:gd name="connsiteX39-1417" fmla="*/ 433782 w 1376584"/>
              <a:gd name="connsiteY39-1418" fmla="*/ 1185358 h 1185358"/>
              <a:gd name="connsiteX40-1419" fmla="*/ 409926 w 1376584"/>
              <a:gd name="connsiteY40-1420" fmla="*/ 1173146 h 1185358"/>
              <a:gd name="connsiteX41-1421" fmla="*/ 308758 w 1376584"/>
              <a:gd name="connsiteY41-1422" fmla="*/ 1101219 h 1185358"/>
              <a:gd name="connsiteX42-1423" fmla="*/ 306177 w 1376584"/>
              <a:gd name="connsiteY42-1424" fmla="*/ 1098759 h 1185358"/>
              <a:gd name="connsiteX43-1425" fmla="*/ 306601 w 1376584"/>
              <a:gd name="connsiteY43-1426" fmla="*/ 1094345 h 1185358"/>
              <a:gd name="connsiteX44-1427" fmla="*/ 212473 w 1376584"/>
              <a:gd name="connsiteY44-1428" fmla="*/ 985177 h 1185358"/>
              <a:gd name="connsiteX45-1429" fmla="*/ 184408 w 1376584"/>
              <a:gd name="connsiteY45-1430" fmla="*/ 971573 h 1185358"/>
              <a:gd name="connsiteX46-1431" fmla="*/ 142558 w 1376584"/>
              <a:gd name="connsiteY46-1432" fmla="*/ 918310 h 1185358"/>
              <a:gd name="connsiteX47-1433" fmla="*/ 92255 w 1376584"/>
              <a:gd name="connsiteY47-1434" fmla="*/ 830791 h 1185358"/>
              <a:gd name="connsiteX48-1435" fmla="*/ 183494 w 1376584"/>
              <a:gd name="connsiteY48-1436" fmla="*/ 890967 h 1185358"/>
              <a:gd name="connsiteX49-1437" fmla="*/ 317059 w 1376584"/>
              <a:gd name="connsiteY49-1438" fmla="*/ 939922 h 1185358"/>
              <a:gd name="connsiteX50-1439" fmla="*/ 184583 w 1376584"/>
              <a:gd name="connsiteY50-1440" fmla="*/ 428187 h 1185358"/>
              <a:gd name="connsiteX51-1441" fmla="*/ 184583 w 1376584"/>
              <a:gd name="connsiteY51-1442" fmla="*/ 429927 h 1185358"/>
              <a:gd name="connsiteX52-1443" fmla="*/ 3681 w 1376584"/>
              <a:gd name="connsiteY52-1444" fmla="*/ 380483 h 1185358"/>
              <a:gd name="connsiteX53-1445" fmla="*/ 0 w 1376584"/>
              <a:gd name="connsiteY53-1446" fmla="*/ 378767 h 1185358"/>
              <a:gd name="connsiteX54-1447" fmla="*/ 5499 w 1376584"/>
              <a:gd name="connsiteY54-1448" fmla="*/ 306086 h 1185358"/>
              <a:gd name="connsiteX55-1449" fmla="*/ 6479 w 1376584"/>
              <a:gd name="connsiteY55-1450" fmla="*/ 301836 h 1185358"/>
              <a:gd name="connsiteX56-1451" fmla="*/ 21248 w 1376584"/>
              <a:gd name="connsiteY56-1452" fmla="*/ 309554 h 1185358"/>
              <a:gd name="connsiteX57-1453" fmla="*/ 179354 w 1376584"/>
              <a:gd name="connsiteY57-1454" fmla="*/ 417743 h 1185358"/>
              <a:gd name="connsiteX58-1455" fmla="*/ 161923 w 1376584"/>
              <a:gd name="connsiteY58-1456" fmla="*/ 363785 h 1185358"/>
              <a:gd name="connsiteX59-1457" fmla="*/ 76864 w 1376584"/>
              <a:gd name="connsiteY59-1458" fmla="*/ 223531 h 1185358"/>
              <a:gd name="connsiteX60-1459" fmla="*/ 45093 w 1376584"/>
              <a:gd name="connsiteY60-1460" fmla="*/ 153773 h 1185358"/>
              <a:gd name="connsiteX61-1461" fmla="*/ 78906 w 1376584"/>
              <a:gd name="connsiteY61-1462" fmla="*/ 67954 h 1185358"/>
              <a:gd name="connsiteX62-1463" fmla="*/ 102657 w 1376584"/>
              <a:gd name="connsiteY62-1464" fmla="*/ 120101 h 1185358"/>
              <a:gd name="connsiteX63-1465" fmla="*/ 177611 w 1376584"/>
              <a:gd name="connsiteY63-1466" fmla="*/ 358563 h 1185358"/>
              <a:gd name="connsiteX64-1467" fmla="*/ 231647 w 1376584"/>
              <a:gd name="connsiteY64-1468" fmla="*/ 436890 h 1185358"/>
              <a:gd name="connsiteX65-1469" fmla="*/ 224675 w 1376584"/>
              <a:gd name="connsiteY65-1470" fmla="*/ 257608 h 1185358"/>
              <a:gd name="connsiteX66-1471" fmla="*/ 259537 w 1376584"/>
              <a:gd name="connsiteY66-1472" fmla="*/ 0 h 1185358"/>
              <a:gd name="connsiteX0-1473" fmla="*/ 548838 w 1376584"/>
              <a:gd name="connsiteY0-1474" fmla="*/ 773663 h 1185358"/>
              <a:gd name="connsiteX1-1475" fmla="*/ 549308 w 1376584"/>
              <a:gd name="connsiteY1-1476" fmla="*/ 776172 h 1185358"/>
              <a:gd name="connsiteX2-1477" fmla="*/ 549111 w 1376584"/>
              <a:gd name="connsiteY2-1478" fmla="*/ 776736 h 1185358"/>
              <a:gd name="connsiteX3-1479" fmla="*/ 548838 w 1376584"/>
              <a:gd name="connsiteY3-1480" fmla="*/ 773663 h 1185358"/>
              <a:gd name="connsiteX4-1481" fmla="*/ 259537 w 1376584"/>
              <a:gd name="connsiteY4-1482" fmla="*/ 0 h 1185358"/>
              <a:gd name="connsiteX5-1483" fmla="*/ 289170 w 1376584"/>
              <a:gd name="connsiteY5-1484" fmla="*/ 257608 h 1185358"/>
              <a:gd name="connsiteX6-1485" fmla="*/ 266509 w 1376584"/>
              <a:gd name="connsiteY6-1486" fmla="*/ 492589 h 1185358"/>
              <a:gd name="connsiteX7-1487" fmla="*/ 332747 w 1376584"/>
              <a:gd name="connsiteY7-1488" fmla="*/ 610949 h 1185358"/>
              <a:gd name="connsiteX8-1489" fmla="*/ 367610 w 1376584"/>
              <a:gd name="connsiteY8-1490" fmla="*/ 429927 h 1185358"/>
              <a:gd name="connsiteX9-1491" fmla="*/ 433162 w 1376584"/>
              <a:gd name="connsiteY9-1492" fmla="*/ 160054 h 1185358"/>
              <a:gd name="connsiteX10-1493" fmla="*/ 432105 w 1376584"/>
              <a:gd name="connsiteY10-1494" fmla="*/ 445593 h 1185358"/>
              <a:gd name="connsiteX11-1495" fmla="*/ 358894 w 1376584"/>
              <a:gd name="connsiteY11-1496" fmla="*/ 663167 h 1185358"/>
              <a:gd name="connsiteX12-1497" fmla="*/ 446050 w 1376584"/>
              <a:gd name="connsiteY12-1498" fmla="*/ 1009545 h 1185358"/>
              <a:gd name="connsiteX13-1499" fmla="*/ 527976 w 1376584"/>
              <a:gd name="connsiteY13-1500" fmla="*/ 833745 h 1185358"/>
              <a:gd name="connsiteX14-1501" fmla="*/ 524490 w 1376584"/>
              <a:gd name="connsiteY14-1502" fmla="*/ 828523 h 1185358"/>
              <a:gd name="connsiteX15-1503" fmla="*/ 534948 w 1376584"/>
              <a:gd name="connsiteY15-1504" fmla="*/ 816339 h 1185358"/>
              <a:gd name="connsiteX16-1505" fmla="*/ 545843 w 1376584"/>
              <a:gd name="connsiteY16-1506" fmla="*/ 786096 h 1185358"/>
              <a:gd name="connsiteX17-1507" fmla="*/ 549111 w 1376584"/>
              <a:gd name="connsiteY17-1508" fmla="*/ 776736 h 1185358"/>
              <a:gd name="connsiteX18-1509" fmla="*/ 549111 w 1376584"/>
              <a:gd name="connsiteY18-1510" fmla="*/ 776741 h 1185358"/>
              <a:gd name="connsiteX19-1511" fmla="*/ 549674 w 1376584"/>
              <a:gd name="connsiteY19-1512" fmla="*/ 778130 h 1185358"/>
              <a:gd name="connsiteX20-1513" fmla="*/ 550636 w 1376584"/>
              <a:gd name="connsiteY20-1514" fmla="*/ 783268 h 1185358"/>
              <a:gd name="connsiteX21-1515" fmla="*/ 551426 w 1376584"/>
              <a:gd name="connsiteY21-1516" fmla="*/ 782452 h 1185358"/>
              <a:gd name="connsiteX22-1517" fmla="*/ 549674 w 1376584"/>
              <a:gd name="connsiteY22-1518" fmla="*/ 778130 h 1185358"/>
              <a:gd name="connsiteX23-1519" fmla="*/ 549308 w 1376584"/>
              <a:gd name="connsiteY23-1520" fmla="*/ 776172 h 1185358"/>
              <a:gd name="connsiteX24-1521" fmla="*/ 554123 w 1376584"/>
              <a:gd name="connsiteY24-1522" fmla="*/ 762381 h 1185358"/>
              <a:gd name="connsiteX25-1523" fmla="*/ 548430 w 1376584"/>
              <a:gd name="connsiteY25-1524" fmla="*/ 769071 h 1185358"/>
              <a:gd name="connsiteX26-1525" fmla="*/ 548838 w 1376584"/>
              <a:gd name="connsiteY26-1526" fmla="*/ 773663 h 1185358"/>
              <a:gd name="connsiteX27-1527" fmla="*/ 547940 w 1376584"/>
              <a:gd name="connsiteY27-1528" fmla="*/ 768867 h 1185358"/>
              <a:gd name="connsiteX28-1529" fmla="*/ 766437 w 1376584"/>
              <a:gd name="connsiteY28-1530" fmla="*/ 425807 h 1185358"/>
              <a:gd name="connsiteX29-1531" fmla="*/ 975541 w 1376584"/>
              <a:gd name="connsiteY29-1532" fmla="*/ 111878 h 1185358"/>
              <a:gd name="connsiteX30-1533" fmla="*/ 840116 w 1376584"/>
              <a:gd name="connsiteY30-1534" fmla="*/ 488747 h 1185358"/>
              <a:gd name="connsiteX31-1535" fmla="*/ 561095 w 1376584"/>
              <a:gd name="connsiteY31-1536" fmla="*/ 758900 h 1185358"/>
              <a:gd name="connsiteX32-1537" fmla="*/ 559352 w 1376584"/>
              <a:gd name="connsiteY32-1538" fmla="*/ 804155 h 1185358"/>
              <a:gd name="connsiteX33-1539" fmla="*/ 932206 w 1376584"/>
              <a:gd name="connsiteY33-1540" fmla="*/ 720066 h 1185358"/>
              <a:gd name="connsiteX34-1541" fmla="*/ 1376577 w 1376584"/>
              <a:gd name="connsiteY34-1542" fmla="*/ 808257 h 1185358"/>
              <a:gd name="connsiteX35-1543" fmla="*/ 924252 w 1376584"/>
              <a:gd name="connsiteY35-1544" fmla="*/ 827983 h 1185358"/>
              <a:gd name="connsiteX36-1545" fmla="*/ 554123 w 1376584"/>
              <a:gd name="connsiteY36-1546" fmla="*/ 845929 h 1185358"/>
              <a:gd name="connsiteX37-1547" fmla="*/ 442564 w 1376584"/>
              <a:gd name="connsiteY37-1548" fmla="*/ 1127906 h 1185358"/>
              <a:gd name="connsiteX38-1549" fmla="*/ 442564 w 1376584"/>
              <a:gd name="connsiteY38-1550" fmla="*/ 1126165 h 1185358"/>
              <a:gd name="connsiteX39-1551" fmla="*/ 433782 w 1376584"/>
              <a:gd name="connsiteY39-1552" fmla="*/ 1185358 h 1185358"/>
              <a:gd name="connsiteX40-1553" fmla="*/ 409926 w 1376584"/>
              <a:gd name="connsiteY40-1554" fmla="*/ 1173146 h 1185358"/>
              <a:gd name="connsiteX41-1555" fmla="*/ 308758 w 1376584"/>
              <a:gd name="connsiteY41-1556" fmla="*/ 1101219 h 1185358"/>
              <a:gd name="connsiteX42-1557" fmla="*/ 306177 w 1376584"/>
              <a:gd name="connsiteY42-1558" fmla="*/ 1098759 h 1185358"/>
              <a:gd name="connsiteX43-1559" fmla="*/ 306601 w 1376584"/>
              <a:gd name="connsiteY43-1560" fmla="*/ 1094345 h 1185358"/>
              <a:gd name="connsiteX44-1561" fmla="*/ 212473 w 1376584"/>
              <a:gd name="connsiteY44-1562" fmla="*/ 985177 h 1185358"/>
              <a:gd name="connsiteX45-1563" fmla="*/ 184408 w 1376584"/>
              <a:gd name="connsiteY45-1564" fmla="*/ 971573 h 1185358"/>
              <a:gd name="connsiteX46-1565" fmla="*/ 142558 w 1376584"/>
              <a:gd name="connsiteY46-1566" fmla="*/ 918310 h 1185358"/>
              <a:gd name="connsiteX47-1567" fmla="*/ 92255 w 1376584"/>
              <a:gd name="connsiteY47-1568" fmla="*/ 830791 h 1185358"/>
              <a:gd name="connsiteX48-1569" fmla="*/ 183494 w 1376584"/>
              <a:gd name="connsiteY48-1570" fmla="*/ 890967 h 1185358"/>
              <a:gd name="connsiteX49-1571" fmla="*/ 317059 w 1376584"/>
              <a:gd name="connsiteY49-1572" fmla="*/ 939922 h 1185358"/>
              <a:gd name="connsiteX50-1573" fmla="*/ 184583 w 1376584"/>
              <a:gd name="connsiteY50-1574" fmla="*/ 428187 h 1185358"/>
              <a:gd name="connsiteX51-1575" fmla="*/ 184583 w 1376584"/>
              <a:gd name="connsiteY51-1576" fmla="*/ 429927 h 1185358"/>
              <a:gd name="connsiteX52-1577" fmla="*/ 3681 w 1376584"/>
              <a:gd name="connsiteY52-1578" fmla="*/ 380483 h 1185358"/>
              <a:gd name="connsiteX53-1579" fmla="*/ 0 w 1376584"/>
              <a:gd name="connsiteY53-1580" fmla="*/ 378767 h 1185358"/>
              <a:gd name="connsiteX54-1581" fmla="*/ 5499 w 1376584"/>
              <a:gd name="connsiteY54-1582" fmla="*/ 306086 h 1185358"/>
              <a:gd name="connsiteX55-1583" fmla="*/ 6479 w 1376584"/>
              <a:gd name="connsiteY55-1584" fmla="*/ 301836 h 1185358"/>
              <a:gd name="connsiteX56-1585" fmla="*/ 21248 w 1376584"/>
              <a:gd name="connsiteY56-1586" fmla="*/ 309554 h 1185358"/>
              <a:gd name="connsiteX57-1587" fmla="*/ 179354 w 1376584"/>
              <a:gd name="connsiteY57-1588" fmla="*/ 417743 h 1185358"/>
              <a:gd name="connsiteX58-1589" fmla="*/ 161923 w 1376584"/>
              <a:gd name="connsiteY58-1590" fmla="*/ 363785 h 1185358"/>
              <a:gd name="connsiteX59-1591" fmla="*/ 76864 w 1376584"/>
              <a:gd name="connsiteY59-1592" fmla="*/ 223531 h 1185358"/>
              <a:gd name="connsiteX60-1593" fmla="*/ 45093 w 1376584"/>
              <a:gd name="connsiteY60-1594" fmla="*/ 153773 h 1185358"/>
              <a:gd name="connsiteX61-1595" fmla="*/ 78906 w 1376584"/>
              <a:gd name="connsiteY61-1596" fmla="*/ 67954 h 1185358"/>
              <a:gd name="connsiteX62-1597" fmla="*/ 102657 w 1376584"/>
              <a:gd name="connsiteY62-1598" fmla="*/ 120101 h 1185358"/>
              <a:gd name="connsiteX63-1599" fmla="*/ 177611 w 1376584"/>
              <a:gd name="connsiteY63-1600" fmla="*/ 358563 h 1185358"/>
              <a:gd name="connsiteX64-1601" fmla="*/ 231647 w 1376584"/>
              <a:gd name="connsiteY64-1602" fmla="*/ 436890 h 1185358"/>
              <a:gd name="connsiteX65-1603" fmla="*/ 224675 w 1376584"/>
              <a:gd name="connsiteY65-1604" fmla="*/ 257608 h 1185358"/>
              <a:gd name="connsiteX66-1605" fmla="*/ 259537 w 1376584"/>
              <a:gd name="connsiteY66-1606" fmla="*/ 0 h 1185358"/>
              <a:gd name="connsiteX0-1607" fmla="*/ 548838 w 1376584"/>
              <a:gd name="connsiteY0-1608" fmla="*/ 773663 h 1185358"/>
              <a:gd name="connsiteX1-1609" fmla="*/ 549308 w 1376584"/>
              <a:gd name="connsiteY1-1610" fmla="*/ 776172 h 1185358"/>
              <a:gd name="connsiteX2-1611" fmla="*/ 549111 w 1376584"/>
              <a:gd name="connsiteY2-1612" fmla="*/ 776736 h 1185358"/>
              <a:gd name="connsiteX3-1613" fmla="*/ 548838 w 1376584"/>
              <a:gd name="connsiteY3-1614" fmla="*/ 773663 h 1185358"/>
              <a:gd name="connsiteX4-1615" fmla="*/ 259537 w 1376584"/>
              <a:gd name="connsiteY4-1616" fmla="*/ 0 h 1185358"/>
              <a:gd name="connsiteX5-1617" fmla="*/ 289170 w 1376584"/>
              <a:gd name="connsiteY5-1618" fmla="*/ 257608 h 1185358"/>
              <a:gd name="connsiteX6-1619" fmla="*/ 266509 w 1376584"/>
              <a:gd name="connsiteY6-1620" fmla="*/ 492589 h 1185358"/>
              <a:gd name="connsiteX7-1621" fmla="*/ 332747 w 1376584"/>
              <a:gd name="connsiteY7-1622" fmla="*/ 610949 h 1185358"/>
              <a:gd name="connsiteX8-1623" fmla="*/ 367610 w 1376584"/>
              <a:gd name="connsiteY8-1624" fmla="*/ 429927 h 1185358"/>
              <a:gd name="connsiteX9-1625" fmla="*/ 390297 w 1376584"/>
              <a:gd name="connsiteY9-1626" fmla="*/ 152911 h 1185358"/>
              <a:gd name="connsiteX10-1627" fmla="*/ 432105 w 1376584"/>
              <a:gd name="connsiteY10-1628" fmla="*/ 445593 h 1185358"/>
              <a:gd name="connsiteX11-1629" fmla="*/ 358894 w 1376584"/>
              <a:gd name="connsiteY11-1630" fmla="*/ 663167 h 1185358"/>
              <a:gd name="connsiteX12-1631" fmla="*/ 446050 w 1376584"/>
              <a:gd name="connsiteY12-1632" fmla="*/ 1009545 h 1185358"/>
              <a:gd name="connsiteX13-1633" fmla="*/ 527976 w 1376584"/>
              <a:gd name="connsiteY13-1634" fmla="*/ 833745 h 1185358"/>
              <a:gd name="connsiteX14-1635" fmla="*/ 524490 w 1376584"/>
              <a:gd name="connsiteY14-1636" fmla="*/ 828523 h 1185358"/>
              <a:gd name="connsiteX15-1637" fmla="*/ 534948 w 1376584"/>
              <a:gd name="connsiteY15-1638" fmla="*/ 816339 h 1185358"/>
              <a:gd name="connsiteX16-1639" fmla="*/ 545843 w 1376584"/>
              <a:gd name="connsiteY16-1640" fmla="*/ 786096 h 1185358"/>
              <a:gd name="connsiteX17-1641" fmla="*/ 549111 w 1376584"/>
              <a:gd name="connsiteY17-1642" fmla="*/ 776736 h 1185358"/>
              <a:gd name="connsiteX18-1643" fmla="*/ 549111 w 1376584"/>
              <a:gd name="connsiteY18-1644" fmla="*/ 776741 h 1185358"/>
              <a:gd name="connsiteX19-1645" fmla="*/ 549674 w 1376584"/>
              <a:gd name="connsiteY19-1646" fmla="*/ 778130 h 1185358"/>
              <a:gd name="connsiteX20-1647" fmla="*/ 550636 w 1376584"/>
              <a:gd name="connsiteY20-1648" fmla="*/ 783268 h 1185358"/>
              <a:gd name="connsiteX21-1649" fmla="*/ 551426 w 1376584"/>
              <a:gd name="connsiteY21-1650" fmla="*/ 782452 h 1185358"/>
              <a:gd name="connsiteX22-1651" fmla="*/ 549674 w 1376584"/>
              <a:gd name="connsiteY22-1652" fmla="*/ 778130 h 1185358"/>
              <a:gd name="connsiteX23-1653" fmla="*/ 549308 w 1376584"/>
              <a:gd name="connsiteY23-1654" fmla="*/ 776172 h 1185358"/>
              <a:gd name="connsiteX24-1655" fmla="*/ 554123 w 1376584"/>
              <a:gd name="connsiteY24-1656" fmla="*/ 762381 h 1185358"/>
              <a:gd name="connsiteX25-1657" fmla="*/ 548430 w 1376584"/>
              <a:gd name="connsiteY25-1658" fmla="*/ 769071 h 1185358"/>
              <a:gd name="connsiteX26-1659" fmla="*/ 548838 w 1376584"/>
              <a:gd name="connsiteY26-1660" fmla="*/ 773663 h 1185358"/>
              <a:gd name="connsiteX27-1661" fmla="*/ 547940 w 1376584"/>
              <a:gd name="connsiteY27-1662" fmla="*/ 768867 h 1185358"/>
              <a:gd name="connsiteX28-1663" fmla="*/ 766437 w 1376584"/>
              <a:gd name="connsiteY28-1664" fmla="*/ 425807 h 1185358"/>
              <a:gd name="connsiteX29-1665" fmla="*/ 975541 w 1376584"/>
              <a:gd name="connsiteY29-1666" fmla="*/ 111878 h 1185358"/>
              <a:gd name="connsiteX30-1667" fmla="*/ 840116 w 1376584"/>
              <a:gd name="connsiteY30-1668" fmla="*/ 488747 h 1185358"/>
              <a:gd name="connsiteX31-1669" fmla="*/ 561095 w 1376584"/>
              <a:gd name="connsiteY31-1670" fmla="*/ 758900 h 1185358"/>
              <a:gd name="connsiteX32-1671" fmla="*/ 559352 w 1376584"/>
              <a:gd name="connsiteY32-1672" fmla="*/ 804155 h 1185358"/>
              <a:gd name="connsiteX33-1673" fmla="*/ 932206 w 1376584"/>
              <a:gd name="connsiteY33-1674" fmla="*/ 720066 h 1185358"/>
              <a:gd name="connsiteX34-1675" fmla="*/ 1376577 w 1376584"/>
              <a:gd name="connsiteY34-1676" fmla="*/ 808257 h 1185358"/>
              <a:gd name="connsiteX35-1677" fmla="*/ 924252 w 1376584"/>
              <a:gd name="connsiteY35-1678" fmla="*/ 827983 h 1185358"/>
              <a:gd name="connsiteX36-1679" fmla="*/ 554123 w 1376584"/>
              <a:gd name="connsiteY36-1680" fmla="*/ 845929 h 1185358"/>
              <a:gd name="connsiteX37-1681" fmla="*/ 442564 w 1376584"/>
              <a:gd name="connsiteY37-1682" fmla="*/ 1127906 h 1185358"/>
              <a:gd name="connsiteX38-1683" fmla="*/ 442564 w 1376584"/>
              <a:gd name="connsiteY38-1684" fmla="*/ 1126165 h 1185358"/>
              <a:gd name="connsiteX39-1685" fmla="*/ 433782 w 1376584"/>
              <a:gd name="connsiteY39-1686" fmla="*/ 1185358 h 1185358"/>
              <a:gd name="connsiteX40-1687" fmla="*/ 409926 w 1376584"/>
              <a:gd name="connsiteY40-1688" fmla="*/ 1173146 h 1185358"/>
              <a:gd name="connsiteX41-1689" fmla="*/ 308758 w 1376584"/>
              <a:gd name="connsiteY41-1690" fmla="*/ 1101219 h 1185358"/>
              <a:gd name="connsiteX42-1691" fmla="*/ 306177 w 1376584"/>
              <a:gd name="connsiteY42-1692" fmla="*/ 1098759 h 1185358"/>
              <a:gd name="connsiteX43-1693" fmla="*/ 306601 w 1376584"/>
              <a:gd name="connsiteY43-1694" fmla="*/ 1094345 h 1185358"/>
              <a:gd name="connsiteX44-1695" fmla="*/ 212473 w 1376584"/>
              <a:gd name="connsiteY44-1696" fmla="*/ 985177 h 1185358"/>
              <a:gd name="connsiteX45-1697" fmla="*/ 184408 w 1376584"/>
              <a:gd name="connsiteY45-1698" fmla="*/ 971573 h 1185358"/>
              <a:gd name="connsiteX46-1699" fmla="*/ 142558 w 1376584"/>
              <a:gd name="connsiteY46-1700" fmla="*/ 918310 h 1185358"/>
              <a:gd name="connsiteX47-1701" fmla="*/ 92255 w 1376584"/>
              <a:gd name="connsiteY47-1702" fmla="*/ 830791 h 1185358"/>
              <a:gd name="connsiteX48-1703" fmla="*/ 183494 w 1376584"/>
              <a:gd name="connsiteY48-1704" fmla="*/ 890967 h 1185358"/>
              <a:gd name="connsiteX49-1705" fmla="*/ 317059 w 1376584"/>
              <a:gd name="connsiteY49-1706" fmla="*/ 939922 h 1185358"/>
              <a:gd name="connsiteX50-1707" fmla="*/ 184583 w 1376584"/>
              <a:gd name="connsiteY50-1708" fmla="*/ 428187 h 1185358"/>
              <a:gd name="connsiteX51-1709" fmla="*/ 184583 w 1376584"/>
              <a:gd name="connsiteY51-1710" fmla="*/ 429927 h 1185358"/>
              <a:gd name="connsiteX52-1711" fmla="*/ 3681 w 1376584"/>
              <a:gd name="connsiteY52-1712" fmla="*/ 380483 h 1185358"/>
              <a:gd name="connsiteX53-1713" fmla="*/ 0 w 1376584"/>
              <a:gd name="connsiteY53-1714" fmla="*/ 378767 h 1185358"/>
              <a:gd name="connsiteX54-1715" fmla="*/ 5499 w 1376584"/>
              <a:gd name="connsiteY54-1716" fmla="*/ 306086 h 1185358"/>
              <a:gd name="connsiteX55-1717" fmla="*/ 6479 w 1376584"/>
              <a:gd name="connsiteY55-1718" fmla="*/ 301836 h 1185358"/>
              <a:gd name="connsiteX56-1719" fmla="*/ 21248 w 1376584"/>
              <a:gd name="connsiteY56-1720" fmla="*/ 309554 h 1185358"/>
              <a:gd name="connsiteX57-1721" fmla="*/ 179354 w 1376584"/>
              <a:gd name="connsiteY57-1722" fmla="*/ 417743 h 1185358"/>
              <a:gd name="connsiteX58-1723" fmla="*/ 161923 w 1376584"/>
              <a:gd name="connsiteY58-1724" fmla="*/ 363785 h 1185358"/>
              <a:gd name="connsiteX59-1725" fmla="*/ 76864 w 1376584"/>
              <a:gd name="connsiteY59-1726" fmla="*/ 223531 h 1185358"/>
              <a:gd name="connsiteX60-1727" fmla="*/ 45093 w 1376584"/>
              <a:gd name="connsiteY60-1728" fmla="*/ 153773 h 1185358"/>
              <a:gd name="connsiteX61-1729" fmla="*/ 78906 w 1376584"/>
              <a:gd name="connsiteY61-1730" fmla="*/ 67954 h 1185358"/>
              <a:gd name="connsiteX62-1731" fmla="*/ 102657 w 1376584"/>
              <a:gd name="connsiteY62-1732" fmla="*/ 120101 h 1185358"/>
              <a:gd name="connsiteX63-1733" fmla="*/ 177611 w 1376584"/>
              <a:gd name="connsiteY63-1734" fmla="*/ 358563 h 1185358"/>
              <a:gd name="connsiteX64-1735" fmla="*/ 231647 w 1376584"/>
              <a:gd name="connsiteY64-1736" fmla="*/ 436890 h 1185358"/>
              <a:gd name="connsiteX65-1737" fmla="*/ 224675 w 1376584"/>
              <a:gd name="connsiteY65-1738" fmla="*/ 257608 h 1185358"/>
              <a:gd name="connsiteX66-1739" fmla="*/ 259537 w 1376584"/>
              <a:gd name="connsiteY66-1740" fmla="*/ 0 h 1185358"/>
              <a:gd name="connsiteX0-1741" fmla="*/ 548838 w 1376584"/>
              <a:gd name="connsiteY0-1742" fmla="*/ 773663 h 1185358"/>
              <a:gd name="connsiteX1-1743" fmla="*/ 549308 w 1376584"/>
              <a:gd name="connsiteY1-1744" fmla="*/ 776172 h 1185358"/>
              <a:gd name="connsiteX2-1745" fmla="*/ 549111 w 1376584"/>
              <a:gd name="connsiteY2-1746" fmla="*/ 776736 h 1185358"/>
              <a:gd name="connsiteX3-1747" fmla="*/ 548838 w 1376584"/>
              <a:gd name="connsiteY3-1748" fmla="*/ 773663 h 1185358"/>
              <a:gd name="connsiteX4-1749" fmla="*/ 259537 w 1376584"/>
              <a:gd name="connsiteY4-1750" fmla="*/ 0 h 1185358"/>
              <a:gd name="connsiteX5-1751" fmla="*/ 289170 w 1376584"/>
              <a:gd name="connsiteY5-1752" fmla="*/ 257608 h 1185358"/>
              <a:gd name="connsiteX6-1753" fmla="*/ 266509 w 1376584"/>
              <a:gd name="connsiteY6-1754" fmla="*/ 492589 h 1185358"/>
              <a:gd name="connsiteX7-1755" fmla="*/ 332747 w 1376584"/>
              <a:gd name="connsiteY7-1756" fmla="*/ 610949 h 1185358"/>
              <a:gd name="connsiteX8-1757" fmla="*/ 367610 w 1376584"/>
              <a:gd name="connsiteY8-1758" fmla="*/ 429927 h 1185358"/>
              <a:gd name="connsiteX9-1759" fmla="*/ 390297 w 1376584"/>
              <a:gd name="connsiteY9-1760" fmla="*/ 152911 h 1185358"/>
              <a:gd name="connsiteX10-1761" fmla="*/ 432105 w 1376584"/>
              <a:gd name="connsiteY10-1762" fmla="*/ 445593 h 1185358"/>
              <a:gd name="connsiteX11-1763" fmla="*/ 358894 w 1376584"/>
              <a:gd name="connsiteY11-1764" fmla="*/ 663167 h 1185358"/>
              <a:gd name="connsiteX12-1765" fmla="*/ 446050 w 1376584"/>
              <a:gd name="connsiteY12-1766" fmla="*/ 1009545 h 1185358"/>
              <a:gd name="connsiteX13-1767" fmla="*/ 527976 w 1376584"/>
              <a:gd name="connsiteY13-1768" fmla="*/ 833745 h 1185358"/>
              <a:gd name="connsiteX14-1769" fmla="*/ 524490 w 1376584"/>
              <a:gd name="connsiteY14-1770" fmla="*/ 828523 h 1185358"/>
              <a:gd name="connsiteX15-1771" fmla="*/ 534948 w 1376584"/>
              <a:gd name="connsiteY15-1772" fmla="*/ 816339 h 1185358"/>
              <a:gd name="connsiteX16-1773" fmla="*/ 545843 w 1376584"/>
              <a:gd name="connsiteY16-1774" fmla="*/ 786096 h 1185358"/>
              <a:gd name="connsiteX17-1775" fmla="*/ 549111 w 1376584"/>
              <a:gd name="connsiteY17-1776" fmla="*/ 776736 h 1185358"/>
              <a:gd name="connsiteX18-1777" fmla="*/ 549111 w 1376584"/>
              <a:gd name="connsiteY18-1778" fmla="*/ 776741 h 1185358"/>
              <a:gd name="connsiteX19-1779" fmla="*/ 549674 w 1376584"/>
              <a:gd name="connsiteY19-1780" fmla="*/ 778130 h 1185358"/>
              <a:gd name="connsiteX20-1781" fmla="*/ 550636 w 1376584"/>
              <a:gd name="connsiteY20-1782" fmla="*/ 783268 h 1185358"/>
              <a:gd name="connsiteX21-1783" fmla="*/ 551426 w 1376584"/>
              <a:gd name="connsiteY21-1784" fmla="*/ 782452 h 1185358"/>
              <a:gd name="connsiteX22-1785" fmla="*/ 549674 w 1376584"/>
              <a:gd name="connsiteY22-1786" fmla="*/ 778130 h 1185358"/>
              <a:gd name="connsiteX23-1787" fmla="*/ 549308 w 1376584"/>
              <a:gd name="connsiteY23-1788" fmla="*/ 776172 h 1185358"/>
              <a:gd name="connsiteX24-1789" fmla="*/ 554123 w 1376584"/>
              <a:gd name="connsiteY24-1790" fmla="*/ 762381 h 1185358"/>
              <a:gd name="connsiteX25-1791" fmla="*/ 548430 w 1376584"/>
              <a:gd name="connsiteY25-1792" fmla="*/ 769071 h 1185358"/>
              <a:gd name="connsiteX26-1793" fmla="*/ 548838 w 1376584"/>
              <a:gd name="connsiteY26-1794" fmla="*/ 773663 h 1185358"/>
              <a:gd name="connsiteX27-1795" fmla="*/ 547940 w 1376584"/>
              <a:gd name="connsiteY27-1796" fmla="*/ 768867 h 1185358"/>
              <a:gd name="connsiteX28-1797" fmla="*/ 766437 w 1376584"/>
              <a:gd name="connsiteY28-1798" fmla="*/ 425807 h 1185358"/>
              <a:gd name="connsiteX29-1799" fmla="*/ 975541 w 1376584"/>
              <a:gd name="connsiteY29-1800" fmla="*/ 111878 h 1185358"/>
              <a:gd name="connsiteX30-1801" fmla="*/ 840116 w 1376584"/>
              <a:gd name="connsiteY30-1802" fmla="*/ 488747 h 1185358"/>
              <a:gd name="connsiteX31-1803" fmla="*/ 561095 w 1376584"/>
              <a:gd name="connsiteY31-1804" fmla="*/ 758900 h 1185358"/>
              <a:gd name="connsiteX32-1805" fmla="*/ 559352 w 1376584"/>
              <a:gd name="connsiteY32-1806" fmla="*/ 804155 h 1185358"/>
              <a:gd name="connsiteX33-1807" fmla="*/ 932206 w 1376584"/>
              <a:gd name="connsiteY33-1808" fmla="*/ 720066 h 1185358"/>
              <a:gd name="connsiteX34-1809" fmla="*/ 1376577 w 1376584"/>
              <a:gd name="connsiteY34-1810" fmla="*/ 808257 h 1185358"/>
              <a:gd name="connsiteX35-1811" fmla="*/ 924252 w 1376584"/>
              <a:gd name="connsiteY35-1812" fmla="*/ 827983 h 1185358"/>
              <a:gd name="connsiteX36-1813" fmla="*/ 554123 w 1376584"/>
              <a:gd name="connsiteY36-1814" fmla="*/ 845929 h 1185358"/>
              <a:gd name="connsiteX37-1815" fmla="*/ 442564 w 1376584"/>
              <a:gd name="connsiteY37-1816" fmla="*/ 1127906 h 1185358"/>
              <a:gd name="connsiteX38-1817" fmla="*/ 442564 w 1376584"/>
              <a:gd name="connsiteY38-1818" fmla="*/ 1126165 h 1185358"/>
              <a:gd name="connsiteX39-1819" fmla="*/ 433782 w 1376584"/>
              <a:gd name="connsiteY39-1820" fmla="*/ 1185358 h 1185358"/>
              <a:gd name="connsiteX40-1821" fmla="*/ 409926 w 1376584"/>
              <a:gd name="connsiteY40-1822" fmla="*/ 1173146 h 1185358"/>
              <a:gd name="connsiteX41-1823" fmla="*/ 308758 w 1376584"/>
              <a:gd name="connsiteY41-1824" fmla="*/ 1101219 h 1185358"/>
              <a:gd name="connsiteX42-1825" fmla="*/ 306177 w 1376584"/>
              <a:gd name="connsiteY42-1826" fmla="*/ 1098759 h 1185358"/>
              <a:gd name="connsiteX43-1827" fmla="*/ 306601 w 1376584"/>
              <a:gd name="connsiteY43-1828" fmla="*/ 1094345 h 1185358"/>
              <a:gd name="connsiteX44-1829" fmla="*/ 212473 w 1376584"/>
              <a:gd name="connsiteY44-1830" fmla="*/ 985177 h 1185358"/>
              <a:gd name="connsiteX45-1831" fmla="*/ 184408 w 1376584"/>
              <a:gd name="connsiteY45-1832" fmla="*/ 971573 h 1185358"/>
              <a:gd name="connsiteX46-1833" fmla="*/ 142558 w 1376584"/>
              <a:gd name="connsiteY46-1834" fmla="*/ 918310 h 1185358"/>
              <a:gd name="connsiteX47-1835" fmla="*/ 92255 w 1376584"/>
              <a:gd name="connsiteY47-1836" fmla="*/ 830791 h 1185358"/>
              <a:gd name="connsiteX48-1837" fmla="*/ 183494 w 1376584"/>
              <a:gd name="connsiteY48-1838" fmla="*/ 890967 h 1185358"/>
              <a:gd name="connsiteX49-1839" fmla="*/ 317059 w 1376584"/>
              <a:gd name="connsiteY49-1840" fmla="*/ 939922 h 1185358"/>
              <a:gd name="connsiteX50-1841" fmla="*/ 184583 w 1376584"/>
              <a:gd name="connsiteY50-1842" fmla="*/ 428187 h 1185358"/>
              <a:gd name="connsiteX51-1843" fmla="*/ 184583 w 1376584"/>
              <a:gd name="connsiteY51-1844" fmla="*/ 429927 h 1185358"/>
              <a:gd name="connsiteX52-1845" fmla="*/ 3681 w 1376584"/>
              <a:gd name="connsiteY52-1846" fmla="*/ 380483 h 1185358"/>
              <a:gd name="connsiteX53-1847" fmla="*/ 0 w 1376584"/>
              <a:gd name="connsiteY53-1848" fmla="*/ 378767 h 1185358"/>
              <a:gd name="connsiteX54-1849" fmla="*/ 5499 w 1376584"/>
              <a:gd name="connsiteY54-1850" fmla="*/ 306086 h 1185358"/>
              <a:gd name="connsiteX55-1851" fmla="*/ 6479 w 1376584"/>
              <a:gd name="connsiteY55-1852" fmla="*/ 301836 h 1185358"/>
              <a:gd name="connsiteX56-1853" fmla="*/ 21248 w 1376584"/>
              <a:gd name="connsiteY56-1854" fmla="*/ 309554 h 1185358"/>
              <a:gd name="connsiteX57-1855" fmla="*/ 179354 w 1376584"/>
              <a:gd name="connsiteY57-1856" fmla="*/ 417743 h 1185358"/>
              <a:gd name="connsiteX58-1857" fmla="*/ 161923 w 1376584"/>
              <a:gd name="connsiteY58-1858" fmla="*/ 363785 h 1185358"/>
              <a:gd name="connsiteX59-1859" fmla="*/ 76864 w 1376584"/>
              <a:gd name="connsiteY59-1860" fmla="*/ 223531 h 1185358"/>
              <a:gd name="connsiteX60-1861" fmla="*/ 45093 w 1376584"/>
              <a:gd name="connsiteY60-1862" fmla="*/ 153773 h 1185358"/>
              <a:gd name="connsiteX61-1863" fmla="*/ 78906 w 1376584"/>
              <a:gd name="connsiteY61-1864" fmla="*/ 67954 h 1185358"/>
              <a:gd name="connsiteX62-1865" fmla="*/ 102657 w 1376584"/>
              <a:gd name="connsiteY62-1866" fmla="*/ 120101 h 1185358"/>
              <a:gd name="connsiteX63-1867" fmla="*/ 177611 w 1376584"/>
              <a:gd name="connsiteY63-1868" fmla="*/ 358563 h 1185358"/>
              <a:gd name="connsiteX64-1869" fmla="*/ 231647 w 1376584"/>
              <a:gd name="connsiteY64-1870" fmla="*/ 436890 h 1185358"/>
              <a:gd name="connsiteX65-1871" fmla="*/ 224675 w 1376584"/>
              <a:gd name="connsiteY65-1872" fmla="*/ 257608 h 1185358"/>
              <a:gd name="connsiteX66-1873" fmla="*/ 259537 w 1376584"/>
              <a:gd name="connsiteY66-1874" fmla="*/ 0 h 1185358"/>
              <a:gd name="connsiteX0-1875" fmla="*/ 548838 w 1376584"/>
              <a:gd name="connsiteY0-1876" fmla="*/ 773663 h 1185358"/>
              <a:gd name="connsiteX1-1877" fmla="*/ 549308 w 1376584"/>
              <a:gd name="connsiteY1-1878" fmla="*/ 776172 h 1185358"/>
              <a:gd name="connsiteX2-1879" fmla="*/ 549111 w 1376584"/>
              <a:gd name="connsiteY2-1880" fmla="*/ 776736 h 1185358"/>
              <a:gd name="connsiteX3-1881" fmla="*/ 548838 w 1376584"/>
              <a:gd name="connsiteY3-1882" fmla="*/ 773663 h 1185358"/>
              <a:gd name="connsiteX4-1883" fmla="*/ 259537 w 1376584"/>
              <a:gd name="connsiteY4-1884" fmla="*/ 0 h 1185358"/>
              <a:gd name="connsiteX5-1885" fmla="*/ 289170 w 1376584"/>
              <a:gd name="connsiteY5-1886" fmla="*/ 257608 h 1185358"/>
              <a:gd name="connsiteX6-1887" fmla="*/ 266509 w 1376584"/>
              <a:gd name="connsiteY6-1888" fmla="*/ 492589 h 1185358"/>
              <a:gd name="connsiteX7-1889" fmla="*/ 332747 w 1376584"/>
              <a:gd name="connsiteY7-1890" fmla="*/ 610949 h 1185358"/>
              <a:gd name="connsiteX8-1891" fmla="*/ 367610 w 1376584"/>
              <a:gd name="connsiteY8-1892" fmla="*/ 429927 h 1185358"/>
              <a:gd name="connsiteX9-1893" fmla="*/ 390297 w 1376584"/>
              <a:gd name="connsiteY9-1894" fmla="*/ 152911 h 1185358"/>
              <a:gd name="connsiteX10-1895" fmla="*/ 432105 w 1376584"/>
              <a:gd name="connsiteY10-1896" fmla="*/ 445593 h 1185358"/>
              <a:gd name="connsiteX11-1897" fmla="*/ 358894 w 1376584"/>
              <a:gd name="connsiteY11-1898" fmla="*/ 663167 h 1185358"/>
              <a:gd name="connsiteX12-1899" fmla="*/ 446050 w 1376584"/>
              <a:gd name="connsiteY12-1900" fmla="*/ 1009545 h 1185358"/>
              <a:gd name="connsiteX13-1901" fmla="*/ 527976 w 1376584"/>
              <a:gd name="connsiteY13-1902" fmla="*/ 833745 h 1185358"/>
              <a:gd name="connsiteX14-1903" fmla="*/ 524490 w 1376584"/>
              <a:gd name="connsiteY14-1904" fmla="*/ 828523 h 1185358"/>
              <a:gd name="connsiteX15-1905" fmla="*/ 534948 w 1376584"/>
              <a:gd name="connsiteY15-1906" fmla="*/ 816339 h 1185358"/>
              <a:gd name="connsiteX16-1907" fmla="*/ 545843 w 1376584"/>
              <a:gd name="connsiteY16-1908" fmla="*/ 786096 h 1185358"/>
              <a:gd name="connsiteX17-1909" fmla="*/ 549111 w 1376584"/>
              <a:gd name="connsiteY17-1910" fmla="*/ 776736 h 1185358"/>
              <a:gd name="connsiteX18-1911" fmla="*/ 549111 w 1376584"/>
              <a:gd name="connsiteY18-1912" fmla="*/ 776741 h 1185358"/>
              <a:gd name="connsiteX19-1913" fmla="*/ 549674 w 1376584"/>
              <a:gd name="connsiteY19-1914" fmla="*/ 778130 h 1185358"/>
              <a:gd name="connsiteX20-1915" fmla="*/ 550636 w 1376584"/>
              <a:gd name="connsiteY20-1916" fmla="*/ 783268 h 1185358"/>
              <a:gd name="connsiteX21-1917" fmla="*/ 551426 w 1376584"/>
              <a:gd name="connsiteY21-1918" fmla="*/ 782452 h 1185358"/>
              <a:gd name="connsiteX22-1919" fmla="*/ 549674 w 1376584"/>
              <a:gd name="connsiteY22-1920" fmla="*/ 778130 h 1185358"/>
              <a:gd name="connsiteX23-1921" fmla="*/ 549308 w 1376584"/>
              <a:gd name="connsiteY23-1922" fmla="*/ 776172 h 1185358"/>
              <a:gd name="connsiteX24-1923" fmla="*/ 554123 w 1376584"/>
              <a:gd name="connsiteY24-1924" fmla="*/ 762381 h 1185358"/>
              <a:gd name="connsiteX25-1925" fmla="*/ 548430 w 1376584"/>
              <a:gd name="connsiteY25-1926" fmla="*/ 769071 h 1185358"/>
              <a:gd name="connsiteX26-1927" fmla="*/ 548838 w 1376584"/>
              <a:gd name="connsiteY26-1928" fmla="*/ 773663 h 1185358"/>
              <a:gd name="connsiteX27-1929" fmla="*/ 547940 w 1376584"/>
              <a:gd name="connsiteY27-1930" fmla="*/ 768867 h 1185358"/>
              <a:gd name="connsiteX28-1931" fmla="*/ 766437 w 1376584"/>
              <a:gd name="connsiteY28-1932" fmla="*/ 425807 h 1185358"/>
              <a:gd name="connsiteX29-1933" fmla="*/ 975541 w 1376584"/>
              <a:gd name="connsiteY29-1934" fmla="*/ 111878 h 1185358"/>
              <a:gd name="connsiteX30-1935" fmla="*/ 840116 w 1376584"/>
              <a:gd name="connsiteY30-1936" fmla="*/ 488747 h 1185358"/>
              <a:gd name="connsiteX31-1937" fmla="*/ 561095 w 1376584"/>
              <a:gd name="connsiteY31-1938" fmla="*/ 758900 h 1185358"/>
              <a:gd name="connsiteX32-1939" fmla="*/ 559352 w 1376584"/>
              <a:gd name="connsiteY32-1940" fmla="*/ 804155 h 1185358"/>
              <a:gd name="connsiteX33-1941" fmla="*/ 932206 w 1376584"/>
              <a:gd name="connsiteY33-1942" fmla="*/ 720066 h 1185358"/>
              <a:gd name="connsiteX34-1943" fmla="*/ 1376577 w 1376584"/>
              <a:gd name="connsiteY34-1944" fmla="*/ 808257 h 1185358"/>
              <a:gd name="connsiteX35-1945" fmla="*/ 924252 w 1376584"/>
              <a:gd name="connsiteY35-1946" fmla="*/ 827983 h 1185358"/>
              <a:gd name="connsiteX36-1947" fmla="*/ 554123 w 1376584"/>
              <a:gd name="connsiteY36-1948" fmla="*/ 845929 h 1185358"/>
              <a:gd name="connsiteX37-1949" fmla="*/ 442564 w 1376584"/>
              <a:gd name="connsiteY37-1950" fmla="*/ 1127906 h 1185358"/>
              <a:gd name="connsiteX38-1951" fmla="*/ 442564 w 1376584"/>
              <a:gd name="connsiteY38-1952" fmla="*/ 1126165 h 1185358"/>
              <a:gd name="connsiteX39-1953" fmla="*/ 433782 w 1376584"/>
              <a:gd name="connsiteY39-1954" fmla="*/ 1185358 h 1185358"/>
              <a:gd name="connsiteX40-1955" fmla="*/ 409926 w 1376584"/>
              <a:gd name="connsiteY40-1956" fmla="*/ 1173146 h 1185358"/>
              <a:gd name="connsiteX41-1957" fmla="*/ 308758 w 1376584"/>
              <a:gd name="connsiteY41-1958" fmla="*/ 1101219 h 1185358"/>
              <a:gd name="connsiteX42-1959" fmla="*/ 306177 w 1376584"/>
              <a:gd name="connsiteY42-1960" fmla="*/ 1098759 h 1185358"/>
              <a:gd name="connsiteX43-1961" fmla="*/ 306601 w 1376584"/>
              <a:gd name="connsiteY43-1962" fmla="*/ 1094345 h 1185358"/>
              <a:gd name="connsiteX44-1963" fmla="*/ 212473 w 1376584"/>
              <a:gd name="connsiteY44-1964" fmla="*/ 985177 h 1185358"/>
              <a:gd name="connsiteX45-1965" fmla="*/ 184408 w 1376584"/>
              <a:gd name="connsiteY45-1966" fmla="*/ 971573 h 1185358"/>
              <a:gd name="connsiteX46-1967" fmla="*/ 142558 w 1376584"/>
              <a:gd name="connsiteY46-1968" fmla="*/ 918310 h 1185358"/>
              <a:gd name="connsiteX47-1969" fmla="*/ 92255 w 1376584"/>
              <a:gd name="connsiteY47-1970" fmla="*/ 830791 h 1185358"/>
              <a:gd name="connsiteX48-1971" fmla="*/ 183494 w 1376584"/>
              <a:gd name="connsiteY48-1972" fmla="*/ 890967 h 1185358"/>
              <a:gd name="connsiteX49-1973" fmla="*/ 317059 w 1376584"/>
              <a:gd name="connsiteY49-1974" fmla="*/ 939922 h 1185358"/>
              <a:gd name="connsiteX50-1975" fmla="*/ 184583 w 1376584"/>
              <a:gd name="connsiteY50-1976" fmla="*/ 428187 h 1185358"/>
              <a:gd name="connsiteX51-1977" fmla="*/ 184583 w 1376584"/>
              <a:gd name="connsiteY51-1978" fmla="*/ 429927 h 1185358"/>
              <a:gd name="connsiteX52-1979" fmla="*/ 3681 w 1376584"/>
              <a:gd name="connsiteY52-1980" fmla="*/ 380483 h 1185358"/>
              <a:gd name="connsiteX53-1981" fmla="*/ 0 w 1376584"/>
              <a:gd name="connsiteY53-1982" fmla="*/ 378767 h 1185358"/>
              <a:gd name="connsiteX54-1983" fmla="*/ 5499 w 1376584"/>
              <a:gd name="connsiteY54-1984" fmla="*/ 306086 h 1185358"/>
              <a:gd name="connsiteX55-1985" fmla="*/ 6479 w 1376584"/>
              <a:gd name="connsiteY55-1986" fmla="*/ 301836 h 1185358"/>
              <a:gd name="connsiteX56-1987" fmla="*/ 21248 w 1376584"/>
              <a:gd name="connsiteY56-1988" fmla="*/ 309554 h 1185358"/>
              <a:gd name="connsiteX57-1989" fmla="*/ 179354 w 1376584"/>
              <a:gd name="connsiteY57-1990" fmla="*/ 417743 h 1185358"/>
              <a:gd name="connsiteX58-1991" fmla="*/ 161923 w 1376584"/>
              <a:gd name="connsiteY58-1992" fmla="*/ 363785 h 1185358"/>
              <a:gd name="connsiteX59-1993" fmla="*/ 76864 w 1376584"/>
              <a:gd name="connsiteY59-1994" fmla="*/ 223531 h 1185358"/>
              <a:gd name="connsiteX60-1995" fmla="*/ 45093 w 1376584"/>
              <a:gd name="connsiteY60-1996" fmla="*/ 153773 h 1185358"/>
              <a:gd name="connsiteX61-1997" fmla="*/ 78906 w 1376584"/>
              <a:gd name="connsiteY61-1998" fmla="*/ 67954 h 1185358"/>
              <a:gd name="connsiteX62-1999" fmla="*/ 102657 w 1376584"/>
              <a:gd name="connsiteY62-2000" fmla="*/ 120101 h 1185358"/>
              <a:gd name="connsiteX63-2001" fmla="*/ 177611 w 1376584"/>
              <a:gd name="connsiteY63-2002" fmla="*/ 358563 h 1185358"/>
              <a:gd name="connsiteX64-2003" fmla="*/ 231647 w 1376584"/>
              <a:gd name="connsiteY64-2004" fmla="*/ 436890 h 1185358"/>
              <a:gd name="connsiteX65-2005" fmla="*/ 224675 w 1376584"/>
              <a:gd name="connsiteY65-2006" fmla="*/ 257608 h 1185358"/>
              <a:gd name="connsiteX66-2007" fmla="*/ 259537 w 1376584"/>
              <a:gd name="connsiteY66-2008" fmla="*/ 0 h 1185358"/>
              <a:gd name="connsiteX0-2009" fmla="*/ 548838 w 1376584"/>
              <a:gd name="connsiteY0-2010" fmla="*/ 773663 h 1185358"/>
              <a:gd name="connsiteX1-2011" fmla="*/ 549308 w 1376584"/>
              <a:gd name="connsiteY1-2012" fmla="*/ 776172 h 1185358"/>
              <a:gd name="connsiteX2-2013" fmla="*/ 549111 w 1376584"/>
              <a:gd name="connsiteY2-2014" fmla="*/ 776736 h 1185358"/>
              <a:gd name="connsiteX3-2015" fmla="*/ 548838 w 1376584"/>
              <a:gd name="connsiteY3-2016" fmla="*/ 773663 h 1185358"/>
              <a:gd name="connsiteX4-2017" fmla="*/ 259537 w 1376584"/>
              <a:gd name="connsiteY4-2018" fmla="*/ 0 h 1185358"/>
              <a:gd name="connsiteX5-2019" fmla="*/ 289170 w 1376584"/>
              <a:gd name="connsiteY5-2020" fmla="*/ 257608 h 1185358"/>
              <a:gd name="connsiteX6-2021" fmla="*/ 266509 w 1376584"/>
              <a:gd name="connsiteY6-2022" fmla="*/ 492589 h 1185358"/>
              <a:gd name="connsiteX7-2023" fmla="*/ 332747 w 1376584"/>
              <a:gd name="connsiteY7-2024" fmla="*/ 610949 h 1185358"/>
              <a:gd name="connsiteX8-2025" fmla="*/ 377135 w 1376584"/>
              <a:gd name="connsiteY8-2026" fmla="*/ 448974 h 1185358"/>
              <a:gd name="connsiteX9-2027" fmla="*/ 390297 w 1376584"/>
              <a:gd name="connsiteY9-2028" fmla="*/ 152911 h 1185358"/>
              <a:gd name="connsiteX10-2029" fmla="*/ 432105 w 1376584"/>
              <a:gd name="connsiteY10-2030" fmla="*/ 445593 h 1185358"/>
              <a:gd name="connsiteX11-2031" fmla="*/ 358894 w 1376584"/>
              <a:gd name="connsiteY11-2032" fmla="*/ 663167 h 1185358"/>
              <a:gd name="connsiteX12-2033" fmla="*/ 446050 w 1376584"/>
              <a:gd name="connsiteY12-2034" fmla="*/ 1009545 h 1185358"/>
              <a:gd name="connsiteX13-2035" fmla="*/ 527976 w 1376584"/>
              <a:gd name="connsiteY13-2036" fmla="*/ 833745 h 1185358"/>
              <a:gd name="connsiteX14-2037" fmla="*/ 524490 w 1376584"/>
              <a:gd name="connsiteY14-2038" fmla="*/ 828523 h 1185358"/>
              <a:gd name="connsiteX15-2039" fmla="*/ 534948 w 1376584"/>
              <a:gd name="connsiteY15-2040" fmla="*/ 816339 h 1185358"/>
              <a:gd name="connsiteX16-2041" fmla="*/ 545843 w 1376584"/>
              <a:gd name="connsiteY16-2042" fmla="*/ 786096 h 1185358"/>
              <a:gd name="connsiteX17-2043" fmla="*/ 549111 w 1376584"/>
              <a:gd name="connsiteY17-2044" fmla="*/ 776736 h 1185358"/>
              <a:gd name="connsiteX18-2045" fmla="*/ 549111 w 1376584"/>
              <a:gd name="connsiteY18-2046" fmla="*/ 776741 h 1185358"/>
              <a:gd name="connsiteX19-2047" fmla="*/ 549674 w 1376584"/>
              <a:gd name="connsiteY19-2048" fmla="*/ 778130 h 1185358"/>
              <a:gd name="connsiteX20-2049" fmla="*/ 550636 w 1376584"/>
              <a:gd name="connsiteY20-2050" fmla="*/ 783268 h 1185358"/>
              <a:gd name="connsiteX21-2051" fmla="*/ 551426 w 1376584"/>
              <a:gd name="connsiteY21-2052" fmla="*/ 782452 h 1185358"/>
              <a:gd name="connsiteX22-2053" fmla="*/ 549674 w 1376584"/>
              <a:gd name="connsiteY22-2054" fmla="*/ 778130 h 1185358"/>
              <a:gd name="connsiteX23-2055" fmla="*/ 549308 w 1376584"/>
              <a:gd name="connsiteY23-2056" fmla="*/ 776172 h 1185358"/>
              <a:gd name="connsiteX24-2057" fmla="*/ 554123 w 1376584"/>
              <a:gd name="connsiteY24-2058" fmla="*/ 762381 h 1185358"/>
              <a:gd name="connsiteX25-2059" fmla="*/ 548430 w 1376584"/>
              <a:gd name="connsiteY25-2060" fmla="*/ 769071 h 1185358"/>
              <a:gd name="connsiteX26-2061" fmla="*/ 548838 w 1376584"/>
              <a:gd name="connsiteY26-2062" fmla="*/ 773663 h 1185358"/>
              <a:gd name="connsiteX27-2063" fmla="*/ 547940 w 1376584"/>
              <a:gd name="connsiteY27-2064" fmla="*/ 768867 h 1185358"/>
              <a:gd name="connsiteX28-2065" fmla="*/ 766437 w 1376584"/>
              <a:gd name="connsiteY28-2066" fmla="*/ 425807 h 1185358"/>
              <a:gd name="connsiteX29-2067" fmla="*/ 975541 w 1376584"/>
              <a:gd name="connsiteY29-2068" fmla="*/ 111878 h 1185358"/>
              <a:gd name="connsiteX30-2069" fmla="*/ 840116 w 1376584"/>
              <a:gd name="connsiteY30-2070" fmla="*/ 488747 h 1185358"/>
              <a:gd name="connsiteX31-2071" fmla="*/ 561095 w 1376584"/>
              <a:gd name="connsiteY31-2072" fmla="*/ 758900 h 1185358"/>
              <a:gd name="connsiteX32-2073" fmla="*/ 559352 w 1376584"/>
              <a:gd name="connsiteY32-2074" fmla="*/ 804155 h 1185358"/>
              <a:gd name="connsiteX33-2075" fmla="*/ 932206 w 1376584"/>
              <a:gd name="connsiteY33-2076" fmla="*/ 720066 h 1185358"/>
              <a:gd name="connsiteX34-2077" fmla="*/ 1376577 w 1376584"/>
              <a:gd name="connsiteY34-2078" fmla="*/ 808257 h 1185358"/>
              <a:gd name="connsiteX35-2079" fmla="*/ 924252 w 1376584"/>
              <a:gd name="connsiteY35-2080" fmla="*/ 827983 h 1185358"/>
              <a:gd name="connsiteX36-2081" fmla="*/ 554123 w 1376584"/>
              <a:gd name="connsiteY36-2082" fmla="*/ 845929 h 1185358"/>
              <a:gd name="connsiteX37-2083" fmla="*/ 442564 w 1376584"/>
              <a:gd name="connsiteY37-2084" fmla="*/ 1127906 h 1185358"/>
              <a:gd name="connsiteX38-2085" fmla="*/ 442564 w 1376584"/>
              <a:gd name="connsiteY38-2086" fmla="*/ 1126165 h 1185358"/>
              <a:gd name="connsiteX39-2087" fmla="*/ 433782 w 1376584"/>
              <a:gd name="connsiteY39-2088" fmla="*/ 1185358 h 1185358"/>
              <a:gd name="connsiteX40-2089" fmla="*/ 409926 w 1376584"/>
              <a:gd name="connsiteY40-2090" fmla="*/ 1173146 h 1185358"/>
              <a:gd name="connsiteX41-2091" fmla="*/ 308758 w 1376584"/>
              <a:gd name="connsiteY41-2092" fmla="*/ 1101219 h 1185358"/>
              <a:gd name="connsiteX42-2093" fmla="*/ 306177 w 1376584"/>
              <a:gd name="connsiteY42-2094" fmla="*/ 1098759 h 1185358"/>
              <a:gd name="connsiteX43-2095" fmla="*/ 306601 w 1376584"/>
              <a:gd name="connsiteY43-2096" fmla="*/ 1094345 h 1185358"/>
              <a:gd name="connsiteX44-2097" fmla="*/ 212473 w 1376584"/>
              <a:gd name="connsiteY44-2098" fmla="*/ 985177 h 1185358"/>
              <a:gd name="connsiteX45-2099" fmla="*/ 184408 w 1376584"/>
              <a:gd name="connsiteY45-2100" fmla="*/ 971573 h 1185358"/>
              <a:gd name="connsiteX46-2101" fmla="*/ 142558 w 1376584"/>
              <a:gd name="connsiteY46-2102" fmla="*/ 918310 h 1185358"/>
              <a:gd name="connsiteX47-2103" fmla="*/ 92255 w 1376584"/>
              <a:gd name="connsiteY47-2104" fmla="*/ 830791 h 1185358"/>
              <a:gd name="connsiteX48-2105" fmla="*/ 183494 w 1376584"/>
              <a:gd name="connsiteY48-2106" fmla="*/ 890967 h 1185358"/>
              <a:gd name="connsiteX49-2107" fmla="*/ 317059 w 1376584"/>
              <a:gd name="connsiteY49-2108" fmla="*/ 939922 h 1185358"/>
              <a:gd name="connsiteX50-2109" fmla="*/ 184583 w 1376584"/>
              <a:gd name="connsiteY50-2110" fmla="*/ 428187 h 1185358"/>
              <a:gd name="connsiteX51-2111" fmla="*/ 184583 w 1376584"/>
              <a:gd name="connsiteY51-2112" fmla="*/ 429927 h 1185358"/>
              <a:gd name="connsiteX52-2113" fmla="*/ 3681 w 1376584"/>
              <a:gd name="connsiteY52-2114" fmla="*/ 380483 h 1185358"/>
              <a:gd name="connsiteX53-2115" fmla="*/ 0 w 1376584"/>
              <a:gd name="connsiteY53-2116" fmla="*/ 378767 h 1185358"/>
              <a:gd name="connsiteX54-2117" fmla="*/ 5499 w 1376584"/>
              <a:gd name="connsiteY54-2118" fmla="*/ 306086 h 1185358"/>
              <a:gd name="connsiteX55-2119" fmla="*/ 6479 w 1376584"/>
              <a:gd name="connsiteY55-2120" fmla="*/ 301836 h 1185358"/>
              <a:gd name="connsiteX56-2121" fmla="*/ 21248 w 1376584"/>
              <a:gd name="connsiteY56-2122" fmla="*/ 309554 h 1185358"/>
              <a:gd name="connsiteX57-2123" fmla="*/ 179354 w 1376584"/>
              <a:gd name="connsiteY57-2124" fmla="*/ 417743 h 1185358"/>
              <a:gd name="connsiteX58-2125" fmla="*/ 161923 w 1376584"/>
              <a:gd name="connsiteY58-2126" fmla="*/ 363785 h 1185358"/>
              <a:gd name="connsiteX59-2127" fmla="*/ 76864 w 1376584"/>
              <a:gd name="connsiteY59-2128" fmla="*/ 223531 h 1185358"/>
              <a:gd name="connsiteX60-2129" fmla="*/ 45093 w 1376584"/>
              <a:gd name="connsiteY60-2130" fmla="*/ 153773 h 1185358"/>
              <a:gd name="connsiteX61-2131" fmla="*/ 78906 w 1376584"/>
              <a:gd name="connsiteY61-2132" fmla="*/ 67954 h 1185358"/>
              <a:gd name="connsiteX62-2133" fmla="*/ 102657 w 1376584"/>
              <a:gd name="connsiteY62-2134" fmla="*/ 120101 h 1185358"/>
              <a:gd name="connsiteX63-2135" fmla="*/ 177611 w 1376584"/>
              <a:gd name="connsiteY63-2136" fmla="*/ 358563 h 1185358"/>
              <a:gd name="connsiteX64-2137" fmla="*/ 231647 w 1376584"/>
              <a:gd name="connsiteY64-2138" fmla="*/ 436890 h 1185358"/>
              <a:gd name="connsiteX65-2139" fmla="*/ 224675 w 1376584"/>
              <a:gd name="connsiteY65-2140" fmla="*/ 257608 h 1185358"/>
              <a:gd name="connsiteX66-2141" fmla="*/ 259537 w 1376584"/>
              <a:gd name="connsiteY66-2142" fmla="*/ 0 h 1185358"/>
              <a:gd name="connsiteX0-2143" fmla="*/ 548838 w 1376584"/>
              <a:gd name="connsiteY0-2144" fmla="*/ 773663 h 1185358"/>
              <a:gd name="connsiteX1-2145" fmla="*/ 549308 w 1376584"/>
              <a:gd name="connsiteY1-2146" fmla="*/ 776172 h 1185358"/>
              <a:gd name="connsiteX2-2147" fmla="*/ 549111 w 1376584"/>
              <a:gd name="connsiteY2-2148" fmla="*/ 776736 h 1185358"/>
              <a:gd name="connsiteX3-2149" fmla="*/ 548838 w 1376584"/>
              <a:gd name="connsiteY3-2150" fmla="*/ 773663 h 1185358"/>
              <a:gd name="connsiteX4-2151" fmla="*/ 259537 w 1376584"/>
              <a:gd name="connsiteY4-2152" fmla="*/ 0 h 1185358"/>
              <a:gd name="connsiteX5-2153" fmla="*/ 289170 w 1376584"/>
              <a:gd name="connsiteY5-2154" fmla="*/ 257608 h 1185358"/>
              <a:gd name="connsiteX6-2155" fmla="*/ 266509 w 1376584"/>
              <a:gd name="connsiteY6-2156" fmla="*/ 492589 h 1185358"/>
              <a:gd name="connsiteX7-2157" fmla="*/ 344655 w 1376584"/>
              <a:gd name="connsiteY7-2158" fmla="*/ 629996 h 1185358"/>
              <a:gd name="connsiteX8-2159" fmla="*/ 377135 w 1376584"/>
              <a:gd name="connsiteY8-2160" fmla="*/ 448974 h 1185358"/>
              <a:gd name="connsiteX9-2161" fmla="*/ 390297 w 1376584"/>
              <a:gd name="connsiteY9-2162" fmla="*/ 152911 h 1185358"/>
              <a:gd name="connsiteX10-2163" fmla="*/ 432105 w 1376584"/>
              <a:gd name="connsiteY10-2164" fmla="*/ 445593 h 1185358"/>
              <a:gd name="connsiteX11-2165" fmla="*/ 358894 w 1376584"/>
              <a:gd name="connsiteY11-2166" fmla="*/ 663167 h 1185358"/>
              <a:gd name="connsiteX12-2167" fmla="*/ 446050 w 1376584"/>
              <a:gd name="connsiteY12-2168" fmla="*/ 1009545 h 1185358"/>
              <a:gd name="connsiteX13-2169" fmla="*/ 527976 w 1376584"/>
              <a:gd name="connsiteY13-2170" fmla="*/ 833745 h 1185358"/>
              <a:gd name="connsiteX14-2171" fmla="*/ 524490 w 1376584"/>
              <a:gd name="connsiteY14-2172" fmla="*/ 828523 h 1185358"/>
              <a:gd name="connsiteX15-2173" fmla="*/ 534948 w 1376584"/>
              <a:gd name="connsiteY15-2174" fmla="*/ 816339 h 1185358"/>
              <a:gd name="connsiteX16-2175" fmla="*/ 545843 w 1376584"/>
              <a:gd name="connsiteY16-2176" fmla="*/ 786096 h 1185358"/>
              <a:gd name="connsiteX17-2177" fmla="*/ 549111 w 1376584"/>
              <a:gd name="connsiteY17-2178" fmla="*/ 776736 h 1185358"/>
              <a:gd name="connsiteX18-2179" fmla="*/ 549111 w 1376584"/>
              <a:gd name="connsiteY18-2180" fmla="*/ 776741 h 1185358"/>
              <a:gd name="connsiteX19-2181" fmla="*/ 549674 w 1376584"/>
              <a:gd name="connsiteY19-2182" fmla="*/ 778130 h 1185358"/>
              <a:gd name="connsiteX20-2183" fmla="*/ 550636 w 1376584"/>
              <a:gd name="connsiteY20-2184" fmla="*/ 783268 h 1185358"/>
              <a:gd name="connsiteX21-2185" fmla="*/ 551426 w 1376584"/>
              <a:gd name="connsiteY21-2186" fmla="*/ 782452 h 1185358"/>
              <a:gd name="connsiteX22-2187" fmla="*/ 549674 w 1376584"/>
              <a:gd name="connsiteY22-2188" fmla="*/ 778130 h 1185358"/>
              <a:gd name="connsiteX23-2189" fmla="*/ 549308 w 1376584"/>
              <a:gd name="connsiteY23-2190" fmla="*/ 776172 h 1185358"/>
              <a:gd name="connsiteX24-2191" fmla="*/ 554123 w 1376584"/>
              <a:gd name="connsiteY24-2192" fmla="*/ 762381 h 1185358"/>
              <a:gd name="connsiteX25-2193" fmla="*/ 548430 w 1376584"/>
              <a:gd name="connsiteY25-2194" fmla="*/ 769071 h 1185358"/>
              <a:gd name="connsiteX26-2195" fmla="*/ 548838 w 1376584"/>
              <a:gd name="connsiteY26-2196" fmla="*/ 773663 h 1185358"/>
              <a:gd name="connsiteX27-2197" fmla="*/ 547940 w 1376584"/>
              <a:gd name="connsiteY27-2198" fmla="*/ 768867 h 1185358"/>
              <a:gd name="connsiteX28-2199" fmla="*/ 766437 w 1376584"/>
              <a:gd name="connsiteY28-2200" fmla="*/ 425807 h 1185358"/>
              <a:gd name="connsiteX29-2201" fmla="*/ 975541 w 1376584"/>
              <a:gd name="connsiteY29-2202" fmla="*/ 111878 h 1185358"/>
              <a:gd name="connsiteX30-2203" fmla="*/ 840116 w 1376584"/>
              <a:gd name="connsiteY30-2204" fmla="*/ 488747 h 1185358"/>
              <a:gd name="connsiteX31-2205" fmla="*/ 561095 w 1376584"/>
              <a:gd name="connsiteY31-2206" fmla="*/ 758900 h 1185358"/>
              <a:gd name="connsiteX32-2207" fmla="*/ 559352 w 1376584"/>
              <a:gd name="connsiteY32-2208" fmla="*/ 804155 h 1185358"/>
              <a:gd name="connsiteX33-2209" fmla="*/ 932206 w 1376584"/>
              <a:gd name="connsiteY33-2210" fmla="*/ 720066 h 1185358"/>
              <a:gd name="connsiteX34-2211" fmla="*/ 1376577 w 1376584"/>
              <a:gd name="connsiteY34-2212" fmla="*/ 808257 h 1185358"/>
              <a:gd name="connsiteX35-2213" fmla="*/ 924252 w 1376584"/>
              <a:gd name="connsiteY35-2214" fmla="*/ 827983 h 1185358"/>
              <a:gd name="connsiteX36-2215" fmla="*/ 554123 w 1376584"/>
              <a:gd name="connsiteY36-2216" fmla="*/ 845929 h 1185358"/>
              <a:gd name="connsiteX37-2217" fmla="*/ 442564 w 1376584"/>
              <a:gd name="connsiteY37-2218" fmla="*/ 1127906 h 1185358"/>
              <a:gd name="connsiteX38-2219" fmla="*/ 442564 w 1376584"/>
              <a:gd name="connsiteY38-2220" fmla="*/ 1126165 h 1185358"/>
              <a:gd name="connsiteX39-2221" fmla="*/ 433782 w 1376584"/>
              <a:gd name="connsiteY39-2222" fmla="*/ 1185358 h 1185358"/>
              <a:gd name="connsiteX40-2223" fmla="*/ 409926 w 1376584"/>
              <a:gd name="connsiteY40-2224" fmla="*/ 1173146 h 1185358"/>
              <a:gd name="connsiteX41-2225" fmla="*/ 308758 w 1376584"/>
              <a:gd name="connsiteY41-2226" fmla="*/ 1101219 h 1185358"/>
              <a:gd name="connsiteX42-2227" fmla="*/ 306177 w 1376584"/>
              <a:gd name="connsiteY42-2228" fmla="*/ 1098759 h 1185358"/>
              <a:gd name="connsiteX43-2229" fmla="*/ 306601 w 1376584"/>
              <a:gd name="connsiteY43-2230" fmla="*/ 1094345 h 1185358"/>
              <a:gd name="connsiteX44-2231" fmla="*/ 212473 w 1376584"/>
              <a:gd name="connsiteY44-2232" fmla="*/ 985177 h 1185358"/>
              <a:gd name="connsiteX45-2233" fmla="*/ 184408 w 1376584"/>
              <a:gd name="connsiteY45-2234" fmla="*/ 971573 h 1185358"/>
              <a:gd name="connsiteX46-2235" fmla="*/ 142558 w 1376584"/>
              <a:gd name="connsiteY46-2236" fmla="*/ 918310 h 1185358"/>
              <a:gd name="connsiteX47-2237" fmla="*/ 92255 w 1376584"/>
              <a:gd name="connsiteY47-2238" fmla="*/ 830791 h 1185358"/>
              <a:gd name="connsiteX48-2239" fmla="*/ 183494 w 1376584"/>
              <a:gd name="connsiteY48-2240" fmla="*/ 890967 h 1185358"/>
              <a:gd name="connsiteX49-2241" fmla="*/ 317059 w 1376584"/>
              <a:gd name="connsiteY49-2242" fmla="*/ 939922 h 1185358"/>
              <a:gd name="connsiteX50-2243" fmla="*/ 184583 w 1376584"/>
              <a:gd name="connsiteY50-2244" fmla="*/ 428187 h 1185358"/>
              <a:gd name="connsiteX51-2245" fmla="*/ 184583 w 1376584"/>
              <a:gd name="connsiteY51-2246" fmla="*/ 429927 h 1185358"/>
              <a:gd name="connsiteX52-2247" fmla="*/ 3681 w 1376584"/>
              <a:gd name="connsiteY52-2248" fmla="*/ 380483 h 1185358"/>
              <a:gd name="connsiteX53-2249" fmla="*/ 0 w 1376584"/>
              <a:gd name="connsiteY53-2250" fmla="*/ 378767 h 1185358"/>
              <a:gd name="connsiteX54-2251" fmla="*/ 5499 w 1376584"/>
              <a:gd name="connsiteY54-2252" fmla="*/ 306086 h 1185358"/>
              <a:gd name="connsiteX55-2253" fmla="*/ 6479 w 1376584"/>
              <a:gd name="connsiteY55-2254" fmla="*/ 301836 h 1185358"/>
              <a:gd name="connsiteX56-2255" fmla="*/ 21248 w 1376584"/>
              <a:gd name="connsiteY56-2256" fmla="*/ 309554 h 1185358"/>
              <a:gd name="connsiteX57-2257" fmla="*/ 179354 w 1376584"/>
              <a:gd name="connsiteY57-2258" fmla="*/ 417743 h 1185358"/>
              <a:gd name="connsiteX58-2259" fmla="*/ 161923 w 1376584"/>
              <a:gd name="connsiteY58-2260" fmla="*/ 363785 h 1185358"/>
              <a:gd name="connsiteX59-2261" fmla="*/ 76864 w 1376584"/>
              <a:gd name="connsiteY59-2262" fmla="*/ 223531 h 1185358"/>
              <a:gd name="connsiteX60-2263" fmla="*/ 45093 w 1376584"/>
              <a:gd name="connsiteY60-2264" fmla="*/ 153773 h 1185358"/>
              <a:gd name="connsiteX61-2265" fmla="*/ 78906 w 1376584"/>
              <a:gd name="connsiteY61-2266" fmla="*/ 67954 h 1185358"/>
              <a:gd name="connsiteX62-2267" fmla="*/ 102657 w 1376584"/>
              <a:gd name="connsiteY62-2268" fmla="*/ 120101 h 1185358"/>
              <a:gd name="connsiteX63-2269" fmla="*/ 177611 w 1376584"/>
              <a:gd name="connsiteY63-2270" fmla="*/ 358563 h 1185358"/>
              <a:gd name="connsiteX64-2271" fmla="*/ 231647 w 1376584"/>
              <a:gd name="connsiteY64-2272" fmla="*/ 436890 h 1185358"/>
              <a:gd name="connsiteX65-2273" fmla="*/ 224675 w 1376584"/>
              <a:gd name="connsiteY65-2274" fmla="*/ 257608 h 1185358"/>
              <a:gd name="connsiteX66-2275" fmla="*/ 259537 w 1376584"/>
              <a:gd name="connsiteY66-2276" fmla="*/ 0 h 11853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265" y="connsiteY66-266"/>
              </a:cxn>
            </a:cxnLst>
            <a:rect l="l" t="t" r="r" b="b"/>
            <a:pathLst>
              <a:path w="1376584" h="1185358">
                <a:moveTo>
                  <a:pt x="548838" y="773663"/>
                </a:moveTo>
                <a:lnTo>
                  <a:pt x="549308" y="776172"/>
                </a:lnTo>
                <a:cubicBezTo>
                  <a:pt x="549242" y="776360"/>
                  <a:pt x="549177" y="776548"/>
                  <a:pt x="549111" y="776736"/>
                </a:cubicBezTo>
                <a:lnTo>
                  <a:pt x="548838" y="773663"/>
                </a:lnTo>
                <a:close/>
                <a:moveTo>
                  <a:pt x="259537" y="0"/>
                </a:moveTo>
                <a:cubicBezTo>
                  <a:pt x="278711" y="0"/>
                  <a:pt x="290913" y="114879"/>
                  <a:pt x="289170" y="257608"/>
                </a:cubicBezTo>
                <a:cubicBezTo>
                  <a:pt x="289170" y="363785"/>
                  <a:pt x="278711" y="452555"/>
                  <a:pt x="266509" y="492589"/>
                </a:cubicBezTo>
                <a:cubicBezTo>
                  <a:pt x="292656" y="532622"/>
                  <a:pt x="325481" y="591703"/>
                  <a:pt x="344655" y="629996"/>
                </a:cubicBezTo>
                <a:cubicBezTo>
                  <a:pt x="349885" y="583000"/>
                  <a:pt x="369528" y="528488"/>
                  <a:pt x="377135" y="448974"/>
                </a:cubicBezTo>
                <a:cubicBezTo>
                  <a:pt x="384742" y="369460"/>
                  <a:pt x="372866" y="149430"/>
                  <a:pt x="390297" y="152911"/>
                </a:cubicBezTo>
                <a:cubicBezTo>
                  <a:pt x="407728" y="158133"/>
                  <a:pt x="437339" y="360550"/>
                  <a:pt x="432105" y="445593"/>
                </a:cubicBezTo>
                <a:cubicBezTo>
                  <a:pt x="426871" y="530636"/>
                  <a:pt x="379812" y="624874"/>
                  <a:pt x="358894" y="663167"/>
                </a:cubicBezTo>
                <a:cubicBezTo>
                  <a:pt x="411188" y="779787"/>
                  <a:pt x="442564" y="891185"/>
                  <a:pt x="446050" y="1009545"/>
                </a:cubicBezTo>
                <a:cubicBezTo>
                  <a:pt x="479169" y="957328"/>
                  <a:pt x="508802" y="889444"/>
                  <a:pt x="527976" y="833745"/>
                </a:cubicBezTo>
                <a:cubicBezTo>
                  <a:pt x="526233" y="832005"/>
                  <a:pt x="524490" y="832005"/>
                  <a:pt x="524490" y="828523"/>
                </a:cubicBezTo>
                <a:cubicBezTo>
                  <a:pt x="524490" y="825042"/>
                  <a:pt x="527976" y="821561"/>
                  <a:pt x="534948" y="816339"/>
                </a:cubicBezTo>
                <a:cubicBezTo>
                  <a:pt x="539306" y="805025"/>
                  <a:pt x="542792" y="795017"/>
                  <a:pt x="545843" y="786096"/>
                </a:cubicBezTo>
                <a:lnTo>
                  <a:pt x="549111" y="776736"/>
                </a:lnTo>
                <a:lnTo>
                  <a:pt x="549111" y="776741"/>
                </a:lnTo>
                <a:lnTo>
                  <a:pt x="549674" y="778130"/>
                </a:lnTo>
                <a:lnTo>
                  <a:pt x="550636" y="783268"/>
                </a:lnTo>
                <a:cubicBezTo>
                  <a:pt x="551944" y="784138"/>
                  <a:pt x="551944" y="783703"/>
                  <a:pt x="551426" y="782452"/>
                </a:cubicBezTo>
                <a:lnTo>
                  <a:pt x="549674" y="778130"/>
                </a:lnTo>
                <a:lnTo>
                  <a:pt x="549308" y="776172"/>
                </a:lnTo>
                <a:lnTo>
                  <a:pt x="554123" y="762381"/>
                </a:lnTo>
                <a:cubicBezTo>
                  <a:pt x="550636" y="764121"/>
                  <a:pt x="549002" y="766515"/>
                  <a:pt x="548430" y="769071"/>
                </a:cubicBezTo>
                <a:lnTo>
                  <a:pt x="548838" y="773663"/>
                </a:lnTo>
                <a:lnTo>
                  <a:pt x="547940" y="768867"/>
                </a:lnTo>
                <a:cubicBezTo>
                  <a:pt x="553469" y="720607"/>
                  <a:pt x="695170" y="535305"/>
                  <a:pt x="766437" y="425807"/>
                </a:cubicBezTo>
                <a:cubicBezTo>
                  <a:pt x="837704" y="316309"/>
                  <a:pt x="954624" y="92731"/>
                  <a:pt x="975541" y="111878"/>
                </a:cubicBezTo>
                <a:cubicBezTo>
                  <a:pt x="996458" y="132765"/>
                  <a:pt x="909190" y="380910"/>
                  <a:pt x="840116" y="488747"/>
                </a:cubicBezTo>
                <a:cubicBezTo>
                  <a:pt x="771042" y="596584"/>
                  <a:pt x="618618" y="729310"/>
                  <a:pt x="561095" y="758900"/>
                </a:cubicBezTo>
                <a:cubicBezTo>
                  <a:pt x="561095" y="774565"/>
                  <a:pt x="561095" y="790230"/>
                  <a:pt x="559352" y="804155"/>
                </a:cubicBezTo>
                <a:cubicBezTo>
                  <a:pt x="623847" y="781527"/>
                  <a:pt x="796002" y="719382"/>
                  <a:pt x="932206" y="720066"/>
                </a:cubicBezTo>
                <a:cubicBezTo>
                  <a:pt x="1068410" y="720750"/>
                  <a:pt x="1374834" y="780408"/>
                  <a:pt x="1376577" y="808257"/>
                </a:cubicBezTo>
                <a:cubicBezTo>
                  <a:pt x="1378320" y="837847"/>
                  <a:pt x="1061328" y="821704"/>
                  <a:pt x="924252" y="827983"/>
                </a:cubicBezTo>
                <a:cubicBezTo>
                  <a:pt x="787176" y="834262"/>
                  <a:pt x="616875" y="861595"/>
                  <a:pt x="554123" y="845929"/>
                </a:cubicBezTo>
                <a:cubicBezTo>
                  <a:pt x="527976" y="990399"/>
                  <a:pt x="442564" y="1127906"/>
                  <a:pt x="442564" y="1127906"/>
                </a:cubicBezTo>
                <a:lnTo>
                  <a:pt x="442564" y="1126165"/>
                </a:lnTo>
                <a:lnTo>
                  <a:pt x="433782" y="1185358"/>
                </a:lnTo>
                <a:lnTo>
                  <a:pt x="409926" y="1173146"/>
                </a:lnTo>
                <a:cubicBezTo>
                  <a:pt x="374439" y="1151583"/>
                  <a:pt x="340635" y="1127527"/>
                  <a:pt x="308758" y="1101219"/>
                </a:cubicBezTo>
                <a:lnTo>
                  <a:pt x="306177" y="1098759"/>
                </a:lnTo>
                <a:cubicBezTo>
                  <a:pt x="306318" y="1097288"/>
                  <a:pt x="306460" y="1095816"/>
                  <a:pt x="306601" y="1094345"/>
                </a:cubicBezTo>
                <a:cubicBezTo>
                  <a:pt x="303659" y="1045228"/>
                  <a:pt x="275225" y="1011286"/>
                  <a:pt x="212473" y="985177"/>
                </a:cubicBezTo>
                <a:lnTo>
                  <a:pt x="184408" y="971573"/>
                </a:lnTo>
                <a:lnTo>
                  <a:pt x="142558" y="918310"/>
                </a:lnTo>
                <a:lnTo>
                  <a:pt x="92255" y="830791"/>
                </a:lnTo>
                <a:lnTo>
                  <a:pt x="183494" y="890967"/>
                </a:lnTo>
                <a:cubicBezTo>
                  <a:pt x="258665" y="937746"/>
                  <a:pt x="315316" y="965160"/>
                  <a:pt x="317059" y="939922"/>
                </a:cubicBezTo>
                <a:cubicBezTo>
                  <a:pt x="317059" y="778046"/>
                  <a:pt x="243849" y="595284"/>
                  <a:pt x="184583" y="428187"/>
                </a:cubicBezTo>
                <a:lnTo>
                  <a:pt x="184583" y="429927"/>
                </a:lnTo>
                <a:cubicBezTo>
                  <a:pt x="176739" y="444287"/>
                  <a:pt x="103202" y="423400"/>
                  <a:pt x="3681" y="380483"/>
                </a:cubicBezTo>
                <a:lnTo>
                  <a:pt x="0" y="378767"/>
                </a:lnTo>
                <a:lnTo>
                  <a:pt x="5499" y="306086"/>
                </a:lnTo>
                <a:lnTo>
                  <a:pt x="6479" y="301836"/>
                </a:lnTo>
                <a:lnTo>
                  <a:pt x="21248" y="309554"/>
                </a:lnTo>
                <a:cubicBezTo>
                  <a:pt x="103855" y="355408"/>
                  <a:pt x="163666" y="396856"/>
                  <a:pt x="179354" y="417743"/>
                </a:cubicBezTo>
                <a:cubicBezTo>
                  <a:pt x="174124" y="400337"/>
                  <a:pt x="167152" y="382931"/>
                  <a:pt x="161923" y="363785"/>
                </a:cubicBezTo>
                <a:cubicBezTo>
                  <a:pt x="143620" y="348119"/>
                  <a:pt x="111590" y="295249"/>
                  <a:pt x="76864" y="223531"/>
                </a:cubicBezTo>
                <a:lnTo>
                  <a:pt x="45093" y="153773"/>
                </a:lnTo>
                <a:lnTo>
                  <a:pt x="78906" y="67954"/>
                </a:lnTo>
                <a:lnTo>
                  <a:pt x="102657" y="120101"/>
                </a:lnTo>
                <a:cubicBezTo>
                  <a:pt x="149721" y="229759"/>
                  <a:pt x="179354" y="325491"/>
                  <a:pt x="177611" y="358563"/>
                </a:cubicBezTo>
                <a:cubicBezTo>
                  <a:pt x="195042" y="384672"/>
                  <a:pt x="214216" y="410781"/>
                  <a:pt x="231647" y="436890"/>
                </a:cubicBezTo>
                <a:cubicBezTo>
                  <a:pt x="226418" y="391634"/>
                  <a:pt x="222932" y="327232"/>
                  <a:pt x="224675" y="257608"/>
                </a:cubicBezTo>
                <a:cubicBezTo>
                  <a:pt x="224675" y="114879"/>
                  <a:pt x="242106" y="0"/>
                  <a:pt x="259537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29" name="直接连接符 28"/>
          <p:cNvCxnSpPr/>
          <p:nvPr userDrawn="1">
            <p:custDataLst>
              <p:tags r:id="rId12"/>
            </p:custDataLst>
          </p:nvPr>
        </p:nvCxnSpPr>
        <p:spPr>
          <a:xfrm>
            <a:off x="717619" y="0"/>
            <a:ext cx="0" cy="6858000"/>
          </a:xfrm>
          <a:prstGeom prst="line">
            <a:avLst/>
          </a:prstGeom>
          <a:ln w="25400">
            <a:solidFill>
              <a:srgbClr val="F4ED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直接连接符 29"/>
          <p:cNvCxnSpPr/>
          <p:nvPr userDrawn="1">
            <p:custDataLst>
              <p:tags r:id="rId13"/>
            </p:custDataLst>
          </p:nvPr>
        </p:nvCxnSpPr>
        <p:spPr>
          <a:xfrm>
            <a:off x="0" y="1581909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直接连接符 30"/>
          <p:cNvCxnSpPr/>
          <p:nvPr userDrawn="1">
            <p:custDataLst>
              <p:tags r:id="rId14"/>
            </p:custDataLst>
          </p:nvPr>
        </p:nvCxnSpPr>
        <p:spPr>
          <a:xfrm>
            <a:off x="0" y="3690613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直接连接符 31"/>
          <p:cNvCxnSpPr/>
          <p:nvPr userDrawn="1">
            <p:custDataLst>
              <p:tags r:id="rId15"/>
            </p:custDataLst>
          </p:nvPr>
        </p:nvCxnSpPr>
        <p:spPr>
          <a:xfrm>
            <a:off x="0" y="5799317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Subtitle 10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5726642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2" name="标题 1"/>
          <p:cNvSpPr>
            <a:spLocks noGrp="1"/>
          </p:cNvSpPr>
          <p:nvPr>
            <p:ph type="ctrTitle" idx="16388" hasCustomPrompt="1"/>
            <p:custDataLst>
              <p:tags r:id="rId17"/>
            </p:custDataLst>
          </p:nvPr>
        </p:nvSpPr>
        <p:spPr>
          <a:xfrm>
            <a:off x="5724878" y="3175000"/>
            <a:ext cx="5451122" cy="1016000"/>
          </a:xfrm>
          <a:ln w="25400">
            <a:noFill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1" i="0" u="none" strike="noStrike" kern="1200" cap="none" spc="0" normalizeH="0" baseline="0" noProof="1" dirty="0">
                <a:ln>
                  <a:noFill/>
                </a:ln>
                <a:solidFill>
                  <a:srgbClr val="FFFFFF"/>
                </a:solidFill>
                <a:latin typeface="+mj-ea"/>
                <a:ea typeface="+mj-ea"/>
                <a:cs typeface="+mj-cs"/>
              </a:defRPr>
            </a:lvl1pPr>
          </a:lstStyle>
          <a:p>
            <a:pPr lvl="0"/>
            <a:r>
              <a:rPr dirty="0">
                <a:sym typeface="+mn-ea"/>
              </a:rPr>
              <a:t>谢谢观看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下左标下右内-装饰上-默认位置-并列-63_15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1242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1981200"/>
          </a:xfrm>
          <a:custGeom>
            <a:avLst/>
            <a:gdLst>
              <a:gd name="connisteX0" fmla="*/ 0 w 10972800"/>
              <a:gd name="connsiteY0" fmla="*/ 203200 h 1981200"/>
              <a:gd name="connisteX1" fmla="*/ 203200 w 10972800"/>
              <a:gd name="connsiteY1" fmla="*/ 0 h 1981200"/>
              <a:gd name="connisteX2" fmla="*/ 10769600 w 10972800"/>
              <a:gd name="connsiteY2" fmla="*/ 0 h 1981200"/>
              <a:gd name="connisteX3" fmla="*/ 10972800 w 10972800"/>
              <a:gd name="connsiteY3" fmla="*/ 203200 h 1981200"/>
              <a:gd name="connisteX4" fmla="*/ 10972800 w 10972800"/>
              <a:gd name="connsiteY4" fmla="*/ 1778000 h 1981200"/>
              <a:gd name="connisteX5" fmla="*/ 10769600 w 10972800"/>
              <a:gd name="connsiteY5" fmla="*/ 1981200 h 1981200"/>
              <a:gd name="connisteX6" fmla="*/ 203200 w 10972800"/>
              <a:gd name="connsiteY6" fmla="*/ 1981200 h 1981200"/>
              <a:gd name="connisteX7" fmla="*/ 0 w 10972800"/>
              <a:gd name="connsiteY7" fmla="*/ 1778000 h 1981200"/>
              <a:gd name="connisteX8" fmla="*/ 0 w 10972800"/>
              <a:gd name="connsiteY8" fmla="*/ 203200 h 198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98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778000"/>
                </a:lnTo>
                <a:cubicBezTo>
                  <a:pt x="10972800" y="1890224"/>
                  <a:pt x="10881824" y="1981200"/>
                  <a:pt x="10769600" y="1981200"/>
                </a:cubicBezTo>
                <a:lnTo>
                  <a:pt x="203200" y="1981200"/>
                </a:lnTo>
                <a:cubicBezTo>
                  <a:pt x="90976" y="1981200"/>
                  <a:pt x="0" y="1890224"/>
                  <a:pt x="0" y="177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4648200" y="32004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1" hasCustomPrompt="1"/>
            <p:custDataLst>
              <p:tags r:id="rId8"/>
            </p:custDataLst>
          </p:nvPr>
        </p:nvSpPr>
        <p:spPr>
          <a:xfrm>
            <a:off x="4826000" y="33782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5613400" y="3200400"/>
            <a:ext cx="596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5613400" y="3657600"/>
            <a:ext cx="5969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4648200" y="48768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3" hasCustomPrompt="1"/>
            <p:custDataLst>
              <p:tags r:id="rId12"/>
            </p:custDataLst>
          </p:nvPr>
        </p:nvSpPr>
        <p:spPr>
          <a:xfrm>
            <a:off x="4826000" y="50546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5613400" y="4876800"/>
            <a:ext cx="596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5613400" y="5334000"/>
            <a:ext cx="5969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2514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9370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495800"/>
            <a:ext cx="452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81534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654800" y="39370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654800" y="4495800"/>
            <a:ext cx="452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1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46482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8006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8006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4201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5725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572500" y="1117600"/>
            <a:ext cx="30099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7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5257800" y="279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2794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3302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2578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48260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5334000"/>
            <a:ext cx="6172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叠-颜色错位-并列-39_8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438400" y="20701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438400" y="2578100"/>
            <a:ext cx="883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2" hasCustomPrompt="1"/>
            <p:custDataLst>
              <p:tags r:id="rId11"/>
            </p:custDataLst>
          </p:nvPr>
        </p:nvSpPr>
        <p:spPr>
          <a:xfrm>
            <a:off x="914400" y="45339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2438400" y="4584700"/>
            <a:ext cx="883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438400" y="5092700"/>
            <a:ext cx="883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7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2184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184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6924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45212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50292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251200"/>
            <a:ext cx="3454400" cy="2997200"/>
          </a:xfrm>
          <a:custGeom>
            <a:avLst/>
            <a:gdLst>
              <a:gd name="connisteX0" fmla="*/ 0 w 3454400"/>
              <a:gd name="connsiteY0" fmla="*/ 0 h 2997200"/>
              <a:gd name="connisteX1" fmla="*/ 3454400 w 3454400"/>
              <a:gd name="connsiteY1" fmla="*/ 0 h 2997200"/>
              <a:gd name="connisteX2" fmla="*/ 3454400 w 3454400"/>
              <a:gd name="connsiteY2" fmla="*/ 2794000 h 2997200"/>
              <a:gd name="connisteX3" fmla="*/ 3251200 w 3454400"/>
              <a:gd name="connsiteY3" fmla="*/ 2997200 h 2997200"/>
              <a:gd name="connisteX4" fmla="*/ 203200 w 3454400"/>
              <a:gd name="connsiteY4" fmla="*/ 2997200 h 2997200"/>
              <a:gd name="connisteX5" fmla="*/ 0 w 3454400"/>
              <a:gd name="connsiteY5" fmla="*/ 2794000 h 2997200"/>
              <a:gd name="connisteX6" fmla="*/ 0 w 34544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97200">
                <a:moveTo>
                  <a:pt x="0" y="0"/>
                </a:moveTo>
                <a:lnTo>
                  <a:pt x="3454400" y="0"/>
                </a:lnTo>
                <a:lnTo>
                  <a:pt x="3454400" y="2794000"/>
                </a:lnTo>
                <a:cubicBezTo>
                  <a:pt x="3454400" y="2906224"/>
                  <a:pt x="3363424" y="2997200"/>
                  <a:pt x="32512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1727200"/>
          </a:xfrm>
          <a:custGeom>
            <a:avLst/>
            <a:gdLst>
              <a:gd name="connisteX0" fmla="*/ 0 w 3454400"/>
              <a:gd name="connsiteY0" fmla="*/ 203200 h 1727200"/>
              <a:gd name="connisteX1" fmla="*/ 203200 w 3454400"/>
              <a:gd name="connsiteY1" fmla="*/ 0 h 1727200"/>
              <a:gd name="connisteX2" fmla="*/ 3251200 w 3454400"/>
              <a:gd name="connsiteY2" fmla="*/ 0 h 1727200"/>
              <a:gd name="connisteX3" fmla="*/ 3454400 w 3454400"/>
              <a:gd name="connsiteY3" fmla="*/ 203200 h 1727200"/>
              <a:gd name="connisteX4" fmla="*/ 3454400 w 3454400"/>
              <a:gd name="connsiteY4" fmla="*/ 1727200 h 1727200"/>
              <a:gd name="connisteX5" fmla="*/ 0 w 3454400"/>
              <a:gd name="connsiteY5" fmla="*/ 1727200 h 1727200"/>
              <a:gd name="connisteX6" fmla="*/ 0 w 34544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556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251200"/>
            <a:ext cx="3454400" cy="2997200"/>
          </a:xfrm>
          <a:custGeom>
            <a:avLst/>
            <a:gdLst>
              <a:gd name="connisteX0" fmla="*/ 0 w 3454400"/>
              <a:gd name="connsiteY0" fmla="*/ 0 h 2997200"/>
              <a:gd name="connisteX1" fmla="*/ 3454400 w 3454400"/>
              <a:gd name="connsiteY1" fmla="*/ 0 h 2997200"/>
              <a:gd name="connisteX2" fmla="*/ 3454400 w 3454400"/>
              <a:gd name="connsiteY2" fmla="*/ 2794000 h 2997200"/>
              <a:gd name="connisteX3" fmla="*/ 3251200 w 3454400"/>
              <a:gd name="connsiteY3" fmla="*/ 2997200 h 2997200"/>
              <a:gd name="connisteX4" fmla="*/ 203200 w 3454400"/>
              <a:gd name="connsiteY4" fmla="*/ 2997200 h 2997200"/>
              <a:gd name="connisteX5" fmla="*/ 0 w 3454400"/>
              <a:gd name="connsiteY5" fmla="*/ 2794000 h 2997200"/>
              <a:gd name="connisteX6" fmla="*/ 0 w 34544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97200">
                <a:moveTo>
                  <a:pt x="0" y="0"/>
                </a:moveTo>
                <a:lnTo>
                  <a:pt x="3454400" y="0"/>
                </a:lnTo>
                <a:lnTo>
                  <a:pt x="3454400" y="2794000"/>
                </a:lnTo>
                <a:cubicBezTo>
                  <a:pt x="3454400" y="2906224"/>
                  <a:pt x="3363424" y="2997200"/>
                  <a:pt x="32512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1727200"/>
          </a:xfrm>
          <a:custGeom>
            <a:avLst/>
            <a:gdLst>
              <a:gd name="connisteX0" fmla="*/ 0 w 3454400"/>
              <a:gd name="connsiteY0" fmla="*/ 203200 h 1727200"/>
              <a:gd name="connisteX1" fmla="*/ 203200 w 3454400"/>
              <a:gd name="connsiteY1" fmla="*/ 0 h 1727200"/>
              <a:gd name="connisteX2" fmla="*/ 3251200 w 3454400"/>
              <a:gd name="connsiteY2" fmla="*/ 0 h 1727200"/>
              <a:gd name="connisteX3" fmla="*/ 3454400 w 3454400"/>
              <a:gd name="connsiteY3" fmla="*/ 203200 h 1727200"/>
              <a:gd name="connisteX4" fmla="*/ 3454400 w 3454400"/>
              <a:gd name="connsiteY4" fmla="*/ 1727200 h 1727200"/>
              <a:gd name="connisteX5" fmla="*/ 0 w 3454400"/>
              <a:gd name="connsiteY5" fmla="*/ 1727200 h 1727200"/>
              <a:gd name="connisteX6" fmla="*/ 0 w 34544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556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251200"/>
            <a:ext cx="3454400" cy="2997200"/>
          </a:xfrm>
          <a:custGeom>
            <a:avLst/>
            <a:gdLst>
              <a:gd name="connisteX0" fmla="*/ 0 w 3454400"/>
              <a:gd name="connsiteY0" fmla="*/ 0 h 2997200"/>
              <a:gd name="connisteX1" fmla="*/ 3454400 w 3454400"/>
              <a:gd name="connsiteY1" fmla="*/ 0 h 2997200"/>
              <a:gd name="connisteX2" fmla="*/ 3454400 w 3454400"/>
              <a:gd name="connsiteY2" fmla="*/ 2794000 h 2997200"/>
              <a:gd name="connisteX3" fmla="*/ 3251200 w 3454400"/>
              <a:gd name="connsiteY3" fmla="*/ 2997200 h 2997200"/>
              <a:gd name="connisteX4" fmla="*/ 203200 w 3454400"/>
              <a:gd name="connsiteY4" fmla="*/ 2997200 h 2997200"/>
              <a:gd name="connisteX5" fmla="*/ 0 w 3454400"/>
              <a:gd name="connsiteY5" fmla="*/ 2794000 h 2997200"/>
              <a:gd name="connisteX6" fmla="*/ 0 w 34544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997200">
                <a:moveTo>
                  <a:pt x="0" y="0"/>
                </a:moveTo>
                <a:lnTo>
                  <a:pt x="3454400" y="0"/>
                </a:lnTo>
                <a:lnTo>
                  <a:pt x="3454400" y="2794000"/>
                </a:lnTo>
                <a:cubicBezTo>
                  <a:pt x="3454400" y="2906224"/>
                  <a:pt x="3363424" y="2997200"/>
                  <a:pt x="32512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1727200"/>
          </a:xfrm>
          <a:custGeom>
            <a:avLst/>
            <a:gdLst>
              <a:gd name="connisteX0" fmla="*/ 0 w 3454400"/>
              <a:gd name="connsiteY0" fmla="*/ 203200 h 1727200"/>
              <a:gd name="connisteX1" fmla="*/ 203200 w 3454400"/>
              <a:gd name="connsiteY1" fmla="*/ 0 h 1727200"/>
              <a:gd name="connisteX2" fmla="*/ 3251200 w 3454400"/>
              <a:gd name="connsiteY2" fmla="*/ 0 h 1727200"/>
              <a:gd name="connisteX3" fmla="*/ 3454400 w 3454400"/>
              <a:gd name="connsiteY3" fmla="*/ 203200 h 1727200"/>
              <a:gd name="connisteX4" fmla="*/ 3454400 w 3454400"/>
              <a:gd name="connsiteY4" fmla="*/ 1727200 h 1727200"/>
              <a:gd name="connisteX5" fmla="*/ 0 w 3454400"/>
              <a:gd name="connsiteY5" fmla="*/ 1727200 h 1727200"/>
              <a:gd name="connisteX6" fmla="*/ 0 w 34544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556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36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6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574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574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9" hasCustomPrompt="1"/>
            <p:custDataLst>
              <p:tags r:id="rId10"/>
            </p:custDataLst>
          </p:nvPr>
        </p:nvSpPr>
        <p:spPr>
          <a:xfrm>
            <a:off x="6324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496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289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7289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609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81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574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6324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6496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6" hasCustomPrompt="1"/>
            <p:custDataLst>
              <p:tags r:id="rId21"/>
            </p:custDataLst>
          </p:nvPr>
        </p:nvSpPr>
        <p:spPr>
          <a:xfrm>
            <a:off x="7289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3581400" cy="4724400"/>
          </a:xfrm>
          <a:custGeom>
            <a:avLst/>
            <a:gdLst>
              <a:gd name="connisteX0" fmla="*/ 0 w 3581400"/>
              <a:gd name="connsiteY0" fmla="*/ 203200 h 4724400"/>
              <a:gd name="connisteX1" fmla="*/ 203200 w 3581400"/>
              <a:gd name="connsiteY1" fmla="*/ 0 h 4724400"/>
              <a:gd name="connisteX2" fmla="*/ 3581400 w 3581400"/>
              <a:gd name="connsiteY2" fmla="*/ 0 h 4724400"/>
              <a:gd name="connisteX3" fmla="*/ 3581400 w 3581400"/>
              <a:gd name="connsiteY3" fmla="*/ 4724400 h 4724400"/>
              <a:gd name="connisteX4" fmla="*/ 203200 w 3581400"/>
              <a:gd name="connsiteY4" fmla="*/ 4724400 h 4724400"/>
              <a:gd name="connisteX5" fmla="*/ 0 w 3581400"/>
              <a:gd name="connsiteY5" fmla="*/ 4521200 h 4724400"/>
              <a:gd name="connisteX6" fmla="*/ 0 w 358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81400" y="0"/>
                </a:lnTo>
                <a:lnTo>
                  <a:pt x="358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4191000" y="1524000"/>
            <a:ext cx="7391400" cy="4724400"/>
          </a:xfrm>
          <a:custGeom>
            <a:avLst/>
            <a:gdLst>
              <a:gd name="connisteX0" fmla="*/ 0 w 7391400"/>
              <a:gd name="connsiteY0" fmla="*/ 0 h 4724400"/>
              <a:gd name="connisteX1" fmla="*/ 7188200 w 7391400"/>
              <a:gd name="connsiteY1" fmla="*/ 0 h 4724400"/>
              <a:gd name="connisteX2" fmla="*/ 7391400 w 7391400"/>
              <a:gd name="connsiteY2" fmla="*/ 203200 h 4724400"/>
              <a:gd name="connisteX3" fmla="*/ 7391400 w 7391400"/>
              <a:gd name="connsiteY3" fmla="*/ 4521200 h 4724400"/>
              <a:gd name="connisteX4" fmla="*/ 7188200 w 7391400"/>
              <a:gd name="connsiteY4" fmla="*/ 4724400 h 4724400"/>
              <a:gd name="connisteX5" fmla="*/ 0 w 7391400"/>
              <a:gd name="connsiteY5" fmla="*/ 4724400 h 4724400"/>
              <a:gd name="connisteX6" fmla="*/ 0 w 739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391400" h="4724400">
                <a:moveTo>
                  <a:pt x="0" y="0"/>
                </a:moveTo>
                <a:lnTo>
                  <a:pt x="7188200" y="0"/>
                </a:lnTo>
                <a:cubicBezTo>
                  <a:pt x="7300424" y="0"/>
                  <a:pt x="7391400" y="90976"/>
                  <a:pt x="7391400" y="203200"/>
                </a:cubicBezTo>
                <a:lnTo>
                  <a:pt x="7391400" y="4521200"/>
                </a:lnTo>
                <a:cubicBezTo>
                  <a:pt x="7391400" y="4633424"/>
                  <a:pt x="7300424" y="4724400"/>
                  <a:pt x="718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648200" y="21082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648200" y="26670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48200" y="41910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48200" y="47498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2692400"/>
          </a:xfrm>
          <a:custGeom>
            <a:avLst/>
            <a:gdLst>
              <a:gd name="connisteX0" fmla="*/ 0 w 5334000"/>
              <a:gd name="connsiteY0" fmla="*/ 203200 h 2692400"/>
              <a:gd name="connisteX1" fmla="*/ 203200 w 5334000"/>
              <a:gd name="connsiteY1" fmla="*/ 0 h 2692400"/>
              <a:gd name="connisteX2" fmla="*/ 5130800 w 5334000"/>
              <a:gd name="connsiteY2" fmla="*/ 0 h 2692400"/>
              <a:gd name="connisteX3" fmla="*/ 5334000 w 5334000"/>
              <a:gd name="connsiteY3" fmla="*/ 203200 h 2692400"/>
              <a:gd name="connisteX4" fmla="*/ 5334000 w 5334000"/>
              <a:gd name="connsiteY4" fmla="*/ 2692400 h 2692400"/>
              <a:gd name="connisteX5" fmla="*/ 0 w 5334000"/>
              <a:gd name="connsiteY5" fmla="*/ 2692400 h 2692400"/>
              <a:gd name="connisteX6" fmla="*/ 0 w 53340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172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2184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86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86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0" hasCustomPrompt="1"/>
            <p:custDataLst>
              <p:tags r:id="rId6"/>
            </p:custDataLst>
          </p:nvPr>
        </p:nvSpPr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489200" y="21082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489200" y="2616200"/>
            <a:ext cx="909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1" hasCustomPrompt="1"/>
            <p:custDataLst>
              <p:tags r:id="rId9"/>
            </p:custDataLst>
          </p:nvPr>
        </p:nvSpPr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2489200" y="42418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489200" y="4749800"/>
            <a:ext cx="9093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默认位置-并列-3_1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701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2" hasCustomPrompt="1"/>
            <p:custDataLst>
              <p:tags r:id="rId7"/>
            </p:custDataLst>
          </p:nvPr>
        </p:nvSpPr>
        <p:spPr>
          <a:xfrm>
            <a:off x="822960" y="1915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778000" y="16002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778000" y="21082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4" hasCustomPrompt="1"/>
            <p:custDataLst>
              <p:tags r:id="rId11"/>
            </p:custDataLst>
          </p:nvPr>
        </p:nvSpPr>
        <p:spPr>
          <a:xfrm>
            <a:off x="822960" y="36423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1778000" y="33274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1778000" y="38354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609600" y="51562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6" hasCustomPrompt="1"/>
            <p:custDataLst>
              <p:tags r:id="rId15"/>
            </p:custDataLst>
          </p:nvPr>
        </p:nvSpPr>
        <p:spPr>
          <a:xfrm>
            <a:off x="822960" y="53695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778000" y="50546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1778000" y="55626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4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+mj-lt"/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717619" y="0"/>
            <a:ext cx="0" cy="6858000"/>
          </a:xfrm>
          <a:prstGeom prst="line">
            <a:avLst/>
          </a:prstGeom>
          <a:ln w="25400">
            <a:solidFill>
              <a:srgbClr val="F4ED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直接连接符 10"/>
          <p:cNvCxnSpPr/>
          <p:nvPr userDrawn="1">
            <p:custDataLst>
              <p:tags r:id="rId4"/>
            </p:custDataLst>
          </p:nvPr>
        </p:nvCxnSpPr>
        <p:spPr>
          <a:xfrm>
            <a:off x="0" y="1581909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直接连接符 11"/>
          <p:cNvCxnSpPr/>
          <p:nvPr userDrawn="1">
            <p:custDataLst>
              <p:tags r:id="rId5"/>
            </p:custDataLst>
          </p:nvPr>
        </p:nvCxnSpPr>
        <p:spPr>
          <a:xfrm>
            <a:off x="0" y="3690613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12"/>
          <p:cNvCxnSpPr/>
          <p:nvPr userDrawn="1">
            <p:custDataLst>
              <p:tags r:id="rId6"/>
            </p:custDataLst>
          </p:nvPr>
        </p:nvCxnSpPr>
        <p:spPr>
          <a:xfrm>
            <a:off x="0" y="5799317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任意多边形: 形状 15"/>
          <p:cNvSpPr/>
          <p:nvPr userDrawn="1">
            <p:custDataLst>
              <p:tags r:id="rId7"/>
            </p:custDataLst>
          </p:nvPr>
        </p:nvSpPr>
        <p:spPr>
          <a:xfrm>
            <a:off x="8472170" y="2013585"/>
            <a:ext cx="2813050" cy="2831465"/>
          </a:xfrm>
          <a:custGeom>
            <a:avLst/>
            <a:gdLst>
              <a:gd name="connsiteX0" fmla="*/ 2214375 w 4462562"/>
              <a:gd name="connsiteY0" fmla="*/ 0 h 4491272"/>
              <a:gd name="connsiteX1" fmla="*/ 3472290 w 4462562"/>
              <a:gd name="connsiteY1" fmla="*/ 833802 h 4491272"/>
              <a:gd name="connsiteX2" fmla="*/ 3516123 w 4462562"/>
              <a:gd name="connsiteY2" fmla="*/ 953561 h 4491272"/>
              <a:gd name="connsiteX3" fmla="*/ 3628760 w 4462562"/>
              <a:gd name="connsiteY3" fmla="*/ 994787 h 4491272"/>
              <a:gd name="connsiteX4" fmla="*/ 4462562 w 4462562"/>
              <a:gd name="connsiteY4" fmla="*/ 2252702 h 4491272"/>
              <a:gd name="connsiteX5" fmla="*/ 3628761 w 4462562"/>
              <a:gd name="connsiteY5" fmla="*/ 3510617 h 4491272"/>
              <a:gd name="connsiteX6" fmla="*/ 3510150 w 4462562"/>
              <a:gd name="connsiteY6" fmla="*/ 3554029 h 4491272"/>
              <a:gd name="connsiteX7" fmla="*/ 3472290 w 4462562"/>
              <a:gd name="connsiteY7" fmla="*/ 3657470 h 4491272"/>
              <a:gd name="connsiteX8" fmla="*/ 2214375 w 4462562"/>
              <a:gd name="connsiteY8" fmla="*/ 4491272 h 4491272"/>
              <a:gd name="connsiteX9" fmla="*/ 956460 w 4462562"/>
              <a:gd name="connsiteY9" fmla="*/ 3657470 h 4491272"/>
              <a:gd name="connsiteX10" fmla="*/ 913370 w 4462562"/>
              <a:gd name="connsiteY10" fmla="*/ 3539739 h 4491272"/>
              <a:gd name="connsiteX11" fmla="*/ 833802 w 4462562"/>
              <a:gd name="connsiteY11" fmla="*/ 3510617 h 4491272"/>
              <a:gd name="connsiteX12" fmla="*/ 0 w 4462562"/>
              <a:gd name="connsiteY12" fmla="*/ 2252702 h 4491272"/>
              <a:gd name="connsiteX13" fmla="*/ 833802 w 4462562"/>
              <a:gd name="connsiteY13" fmla="*/ 994787 h 4491272"/>
              <a:gd name="connsiteX14" fmla="*/ 908434 w 4462562"/>
              <a:gd name="connsiteY14" fmla="*/ 967472 h 4491272"/>
              <a:gd name="connsiteX15" fmla="*/ 910553 w 4462562"/>
              <a:gd name="connsiteY15" fmla="*/ 959231 h 4491272"/>
              <a:gd name="connsiteX16" fmla="*/ 2214375 w 4462562"/>
              <a:gd name="connsiteY16" fmla="*/ 0 h 44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2562" h="4491272">
                <a:moveTo>
                  <a:pt x="2214375" y="0"/>
                </a:moveTo>
                <a:cubicBezTo>
                  <a:pt x="2779860" y="0"/>
                  <a:pt x="3265042" y="343811"/>
                  <a:pt x="3472290" y="833802"/>
                </a:cubicBezTo>
                <a:lnTo>
                  <a:pt x="3516123" y="953561"/>
                </a:lnTo>
                <a:lnTo>
                  <a:pt x="3628760" y="994787"/>
                </a:lnTo>
                <a:cubicBezTo>
                  <a:pt x="4118751" y="1202036"/>
                  <a:pt x="4462562" y="1687218"/>
                  <a:pt x="4462562" y="2252702"/>
                </a:cubicBezTo>
                <a:cubicBezTo>
                  <a:pt x="4462562" y="2818186"/>
                  <a:pt x="4118751" y="3303369"/>
                  <a:pt x="3628761" y="3510617"/>
                </a:cubicBezTo>
                <a:lnTo>
                  <a:pt x="3510150" y="3554029"/>
                </a:lnTo>
                <a:lnTo>
                  <a:pt x="3472290" y="3657470"/>
                </a:lnTo>
                <a:cubicBezTo>
                  <a:pt x="3265042" y="4147461"/>
                  <a:pt x="2779860" y="4491272"/>
                  <a:pt x="2214375" y="4491272"/>
                </a:cubicBezTo>
                <a:cubicBezTo>
                  <a:pt x="1648891" y="4491272"/>
                  <a:pt x="1163709" y="4147461"/>
                  <a:pt x="956460" y="3657470"/>
                </a:cubicBezTo>
                <a:lnTo>
                  <a:pt x="913370" y="3539739"/>
                </a:lnTo>
                <a:lnTo>
                  <a:pt x="833802" y="3510617"/>
                </a:lnTo>
                <a:cubicBezTo>
                  <a:pt x="343811" y="3303369"/>
                  <a:pt x="0" y="2818186"/>
                  <a:pt x="0" y="2252702"/>
                </a:cubicBezTo>
                <a:cubicBezTo>
                  <a:pt x="0" y="1687218"/>
                  <a:pt x="343811" y="1202036"/>
                  <a:pt x="833802" y="994787"/>
                </a:cubicBezTo>
                <a:lnTo>
                  <a:pt x="908434" y="967472"/>
                </a:lnTo>
                <a:lnTo>
                  <a:pt x="910553" y="959231"/>
                </a:lnTo>
                <a:cubicBezTo>
                  <a:pt x="1083403" y="403501"/>
                  <a:pt x="1601767" y="0"/>
                  <a:pt x="22143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7" name="任意多边形: 形状 16"/>
          <p:cNvSpPr/>
          <p:nvPr userDrawn="1">
            <p:custDataLst>
              <p:tags r:id="rId8"/>
            </p:custDataLst>
          </p:nvPr>
        </p:nvSpPr>
        <p:spPr>
          <a:xfrm>
            <a:off x="8406130" y="1946910"/>
            <a:ext cx="2945765" cy="2964815"/>
          </a:xfrm>
          <a:custGeom>
            <a:avLst/>
            <a:gdLst>
              <a:gd name="connsiteX0" fmla="*/ 2214375 w 4462562"/>
              <a:gd name="connsiteY0" fmla="*/ 0 h 4491272"/>
              <a:gd name="connsiteX1" fmla="*/ 3472290 w 4462562"/>
              <a:gd name="connsiteY1" fmla="*/ 833802 h 4491272"/>
              <a:gd name="connsiteX2" fmla="*/ 3516123 w 4462562"/>
              <a:gd name="connsiteY2" fmla="*/ 953561 h 4491272"/>
              <a:gd name="connsiteX3" fmla="*/ 3628760 w 4462562"/>
              <a:gd name="connsiteY3" fmla="*/ 994787 h 4491272"/>
              <a:gd name="connsiteX4" fmla="*/ 4462562 w 4462562"/>
              <a:gd name="connsiteY4" fmla="*/ 2252702 h 4491272"/>
              <a:gd name="connsiteX5" fmla="*/ 3628761 w 4462562"/>
              <a:gd name="connsiteY5" fmla="*/ 3510617 h 4491272"/>
              <a:gd name="connsiteX6" fmla="*/ 3510150 w 4462562"/>
              <a:gd name="connsiteY6" fmla="*/ 3554029 h 4491272"/>
              <a:gd name="connsiteX7" fmla="*/ 3472290 w 4462562"/>
              <a:gd name="connsiteY7" fmla="*/ 3657470 h 4491272"/>
              <a:gd name="connsiteX8" fmla="*/ 2214375 w 4462562"/>
              <a:gd name="connsiteY8" fmla="*/ 4491272 h 4491272"/>
              <a:gd name="connsiteX9" fmla="*/ 956460 w 4462562"/>
              <a:gd name="connsiteY9" fmla="*/ 3657470 h 4491272"/>
              <a:gd name="connsiteX10" fmla="*/ 913370 w 4462562"/>
              <a:gd name="connsiteY10" fmla="*/ 3539739 h 4491272"/>
              <a:gd name="connsiteX11" fmla="*/ 833802 w 4462562"/>
              <a:gd name="connsiteY11" fmla="*/ 3510617 h 4491272"/>
              <a:gd name="connsiteX12" fmla="*/ 0 w 4462562"/>
              <a:gd name="connsiteY12" fmla="*/ 2252702 h 4491272"/>
              <a:gd name="connsiteX13" fmla="*/ 833802 w 4462562"/>
              <a:gd name="connsiteY13" fmla="*/ 994787 h 4491272"/>
              <a:gd name="connsiteX14" fmla="*/ 908434 w 4462562"/>
              <a:gd name="connsiteY14" fmla="*/ 967472 h 4491272"/>
              <a:gd name="connsiteX15" fmla="*/ 910553 w 4462562"/>
              <a:gd name="connsiteY15" fmla="*/ 959231 h 4491272"/>
              <a:gd name="connsiteX16" fmla="*/ 2214375 w 4462562"/>
              <a:gd name="connsiteY16" fmla="*/ 0 h 44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2562" h="4491272">
                <a:moveTo>
                  <a:pt x="2214375" y="0"/>
                </a:moveTo>
                <a:cubicBezTo>
                  <a:pt x="2779860" y="0"/>
                  <a:pt x="3265042" y="343811"/>
                  <a:pt x="3472290" y="833802"/>
                </a:cubicBezTo>
                <a:lnTo>
                  <a:pt x="3516123" y="953561"/>
                </a:lnTo>
                <a:lnTo>
                  <a:pt x="3628760" y="994787"/>
                </a:lnTo>
                <a:cubicBezTo>
                  <a:pt x="4118751" y="1202036"/>
                  <a:pt x="4462562" y="1687218"/>
                  <a:pt x="4462562" y="2252702"/>
                </a:cubicBezTo>
                <a:cubicBezTo>
                  <a:pt x="4462562" y="2818186"/>
                  <a:pt x="4118751" y="3303369"/>
                  <a:pt x="3628761" y="3510617"/>
                </a:cubicBezTo>
                <a:lnTo>
                  <a:pt x="3510150" y="3554029"/>
                </a:lnTo>
                <a:lnTo>
                  <a:pt x="3472290" y="3657470"/>
                </a:lnTo>
                <a:cubicBezTo>
                  <a:pt x="3265042" y="4147461"/>
                  <a:pt x="2779860" y="4491272"/>
                  <a:pt x="2214375" y="4491272"/>
                </a:cubicBezTo>
                <a:cubicBezTo>
                  <a:pt x="1648891" y="4491272"/>
                  <a:pt x="1163709" y="4147461"/>
                  <a:pt x="956460" y="3657470"/>
                </a:cubicBezTo>
                <a:lnTo>
                  <a:pt x="913370" y="3539739"/>
                </a:lnTo>
                <a:lnTo>
                  <a:pt x="833802" y="3510617"/>
                </a:lnTo>
                <a:cubicBezTo>
                  <a:pt x="343811" y="3303369"/>
                  <a:pt x="0" y="2818186"/>
                  <a:pt x="0" y="2252702"/>
                </a:cubicBezTo>
                <a:cubicBezTo>
                  <a:pt x="0" y="1687218"/>
                  <a:pt x="343811" y="1202036"/>
                  <a:pt x="833802" y="994787"/>
                </a:cubicBezTo>
                <a:lnTo>
                  <a:pt x="908434" y="967472"/>
                </a:lnTo>
                <a:lnTo>
                  <a:pt x="910553" y="959231"/>
                </a:lnTo>
                <a:cubicBezTo>
                  <a:pt x="1083403" y="403501"/>
                  <a:pt x="1601767" y="0"/>
                  <a:pt x="2214375" y="0"/>
                </a:cubicBezTo>
                <a:close/>
              </a:path>
            </a:pathLst>
          </a:cu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任意多边形: 形状 17"/>
          <p:cNvSpPr/>
          <p:nvPr userDrawn="1">
            <p:custDataLst>
              <p:tags r:id="rId9"/>
            </p:custDataLst>
          </p:nvPr>
        </p:nvSpPr>
        <p:spPr>
          <a:xfrm rot="14289111" flipV="1">
            <a:off x="9854565" y="4203700"/>
            <a:ext cx="297180" cy="297180"/>
          </a:xfrm>
          <a:custGeom>
            <a:avLst/>
            <a:gdLst>
              <a:gd name="connsiteX0" fmla="*/ 1143616 w 1340074"/>
              <a:gd name="connsiteY0" fmla="*/ 673 h 1340221"/>
              <a:gd name="connsiteX1" fmla="*/ 1290347 w 1340074"/>
              <a:gd name="connsiteY1" fmla="*/ 49667 h 1340221"/>
              <a:gd name="connsiteX2" fmla="*/ 983706 w 1340074"/>
              <a:gd name="connsiteY2" fmla="*/ 986491 h 1340221"/>
              <a:gd name="connsiteX3" fmla="*/ 46887 w 1340074"/>
              <a:gd name="connsiteY3" fmla="*/ 1293135 h 1340221"/>
              <a:gd name="connsiteX4" fmla="*/ 353847 w 1340074"/>
              <a:gd name="connsiteY4" fmla="*/ 356629 h 1340221"/>
              <a:gd name="connsiteX5" fmla="*/ 1143616 w 1340074"/>
              <a:gd name="connsiteY5" fmla="*/ 673 h 1340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0074" h="1340221">
                <a:moveTo>
                  <a:pt x="1143616" y="673"/>
                </a:moveTo>
                <a:cubicBezTo>
                  <a:pt x="1210001" y="4125"/>
                  <a:pt x="1261500" y="20820"/>
                  <a:pt x="1290347" y="49667"/>
                </a:cubicBezTo>
                <a:cubicBezTo>
                  <a:pt x="1405736" y="165057"/>
                  <a:pt x="1327004" y="642872"/>
                  <a:pt x="983706" y="986491"/>
                </a:cubicBezTo>
                <a:cubicBezTo>
                  <a:pt x="640089" y="1329792"/>
                  <a:pt x="156220" y="1402468"/>
                  <a:pt x="46887" y="1293135"/>
                </a:cubicBezTo>
                <a:cubicBezTo>
                  <a:pt x="-62127" y="1184120"/>
                  <a:pt x="10549" y="699930"/>
                  <a:pt x="353847" y="356629"/>
                </a:cubicBezTo>
                <a:cubicBezTo>
                  <a:pt x="611321" y="99154"/>
                  <a:pt x="944459" y="-9681"/>
                  <a:pt x="1143616" y="673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10"/>
            </p:custDataLst>
          </p:nvPr>
        </p:nvSpPr>
        <p:spPr>
          <a:xfrm>
            <a:off x="9532620" y="3504565"/>
            <a:ext cx="1778635" cy="763905"/>
          </a:xfrm>
          <a:custGeom>
            <a:avLst/>
            <a:gdLst>
              <a:gd name="connsiteX0" fmla="*/ 1768510 w 1778558"/>
              <a:gd name="connsiteY0" fmla="*/ 0 h 763675"/>
              <a:gd name="connsiteX1" fmla="*/ 1105319 w 1778558"/>
              <a:gd name="connsiteY1" fmla="*/ 291402 h 763675"/>
              <a:gd name="connsiteX2" fmla="*/ 522514 w 1778558"/>
              <a:gd name="connsiteY2" fmla="*/ 572756 h 763675"/>
              <a:gd name="connsiteX3" fmla="*/ 0 w 1778558"/>
              <a:gd name="connsiteY3" fmla="*/ 653143 h 763675"/>
              <a:gd name="connsiteX4" fmla="*/ 462224 w 1778558"/>
              <a:gd name="connsiteY4" fmla="*/ 643094 h 763675"/>
              <a:gd name="connsiteX5" fmla="*/ 422031 w 1778558"/>
              <a:gd name="connsiteY5" fmla="*/ 763675 h 763675"/>
              <a:gd name="connsiteX6" fmla="*/ 663191 w 1778558"/>
              <a:gd name="connsiteY6" fmla="*/ 572756 h 763675"/>
              <a:gd name="connsiteX7" fmla="*/ 1778558 w 1778558"/>
              <a:gd name="connsiteY7" fmla="*/ 120580 h 763675"/>
              <a:gd name="connsiteX8" fmla="*/ 1768510 w 1778558"/>
              <a:gd name="connsiteY8" fmla="*/ 0 h 763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8558" h="763675">
                <a:moveTo>
                  <a:pt x="1768510" y="0"/>
                </a:moveTo>
                <a:lnTo>
                  <a:pt x="1105319" y="291402"/>
                </a:lnTo>
                <a:lnTo>
                  <a:pt x="522514" y="572756"/>
                </a:lnTo>
                <a:lnTo>
                  <a:pt x="0" y="653143"/>
                </a:lnTo>
                <a:lnTo>
                  <a:pt x="462224" y="643094"/>
                </a:lnTo>
                <a:lnTo>
                  <a:pt x="422031" y="763675"/>
                </a:lnTo>
                <a:lnTo>
                  <a:pt x="663191" y="572756"/>
                </a:lnTo>
                <a:lnTo>
                  <a:pt x="1778558" y="120580"/>
                </a:lnTo>
                <a:lnTo>
                  <a:pt x="176851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ree-swallow_92029"/>
          <p:cNvSpPr/>
          <p:nvPr userDrawn="1">
            <p:custDataLst>
              <p:tags r:id="rId11"/>
            </p:custDataLst>
          </p:nvPr>
        </p:nvSpPr>
        <p:spPr>
          <a:xfrm flipH="1">
            <a:off x="10104120" y="3270885"/>
            <a:ext cx="894080" cy="643255"/>
          </a:xfrm>
          <a:custGeom>
            <a:avLst/>
            <a:gdLst>
              <a:gd name="T0" fmla="*/ 4733 w 4752"/>
              <a:gd name="T1" fmla="*/ 735 h 3424"/>
              <a:gd name="T2" fmla="*/ 4564 w 4752"/>
              <a:gd name="T3" fmla="*/ 469 h 3424"/>
              <a:gd name="T4" fmla="*/ 3964 w 4752"/>
              <a:gd name="T5" fmla="*/ 0 h 3424"/>
              <a:gd name="T6" fmla="*/ 3788 w 4752"/>
              <a:gd name="T7" fmla="*/ 27 h 3424"/>
              <a:gd name="T8" fmla="*/ 3205 w 4752"/>
              <a:gd name="T9" fmla="*/ 526 h 3424"/>
              <a:gd name="T10" fmla="*/ 3084 w 4752"/>
              <a:gd name="T11" fmla="*/ 694 h 3424"/>
              <a:gd name="T12" fmla="*/ 2615 w 4752"/>
              <a:gd name="T13" fmla="*/ 1089 h 3424"/>
              <a:gd name="T14" fmla="*/ 2104 w 4752"/>
              <a:gd name="T15" fmla="*/ 1513 h 3424"/>
              <a:gd name="T16" fmla="*/ 1992 w 4752"/>
              <a:gd name="T17" fmla="*/ 1614 h 3424"/>
              <a:gd name="T18" fmla="*/ 1588 w 4752"/>
              <a:gd name="T19" fmla="*/ 2003 h 3424"/>
              <a:gd name="T20" fmla="*/ 1316 w 4752"/>
              <a:gd name="T21" fmla="*/ 2217 h 3424"/>
              <a:gd name="T22" fmla="*/ 1274 w 4752"/>
              <a:gd name="T23" fmla="*/ 2244 h 3424"/>
              <a:gd name="T24" fmla="*/ 1119 w 4752"/>
              <a:gd name="T25" fmla="*/ 2305 h 3424"/>
              <a:gd name="T26" fmla="*/ 977 w 4752"/>
              <a:gd name="T27" fmla="*/ 2357 h 3424"/>
              <a:gd name="T28" fmla="*/ 960 w 4752"/>
              <a:gd name="T29" fmla="*/ 2387 h 3424"/>
              <a:gd name="T30" fmla="*/ 972 w 4752"/>
              <a:gd name="T31" fmla="*/ 2416 h 3424"/>
              <a:gd name="T32" fmla="*/ 1158 w 4752"/>
              <a:gd name="T33" fmla="*/ 2504 h 3424"/>
              <a:gd name="T34" fmla="*/ 1134 w 4752"/>
              <a:gd name="T35" fmla="*/ 2519 h 3424"/>
              <a:gd name="T36" fmla="*/ 967 w 4752"/>
              <a:gd name="T37" fmla="*/ 2614 h 3424"/>
              <a:gd name="T38" fmla="*/ 4 w 4752"/>
              <a:gd name="T39" fmla="*/ 3308 h 3424"/>
              <a:gd name="T40" fmla="*/ 8 w 4752"/>
              <a:gd name="T41" fmla="*/ 3337 h 3424"/>
              <a:gd name="T42" fmla="*/ 58 w 4752"/>
              <a:gd name="T43" fmla="*/ 3349 h 3424"/>
              <a:gd name="T44" fmla="*/ 250 w 4752"/>
              <a:gd name="T45" fmla="*/ 3271 h 3424"/>
              <a:gd name="T46" fmla="*/ 145 w 4752"/>
              <a:gd name="T47" fmla="*/ 3373 h 3424"/>
              <a:gd name="T48" fmla="*/ 111 w 4752"/>
              <a:gd name="T49" fmla="*/ 3415 h 3424"/>
              <a:gd name="T50" fmla="*/ 115 w 4752"/>
              <a:gd name="T51" fmla="*/ 3424 h 3424"/>
              <a:gd name="T52" fmla="*/ 124 w 4752"/>
              <a:gd name="T53" fmla="*/ 3424 h 3424"/>
              <a:gd name="T54" fmla="*/ 126 w 4752"/>
              <a:gd name="T55" fmla="*/ 3424 h 3424"/>
              <a:gd name="T56" fmla="*/ 915 w 4752"/>
              <a:gd name="T57" fmla="*/ 3184 h 3424"/>
              <a:gd name="T58" fmla="*/ 1685 w 4752"/>
              <a:gd name="T59" fmla="*/ 2955 h 3424"/>
              <a:gd name="T60" fmla="*/ 1716 w 4752"/>
              <a:gd name="T61" fmla="*/ 2953 h 3424"/>
              <a:gd name="T62" fmla="*/ 1855 w 4752"/>
              <a:gd name="T63" fmla="*/ 2959 h 3424"/>
              <a:gd name="T64" fmla="*/ 2245 w 4752"/>
              <a:gd name="T65" fmla="*/ 2970 h 3424"/>
              <a:gd name="T66" fmla="*/ 3316 w 4752"/>
              <a:gd name="T67" fmla="*/ 2793 h 3424"/>
              <a:gd name="T68" fmla="*/ 4043 w 4752"/>
              <a:gd name="T69" fmla="*/ 2245 h 3424"/>
              <a:gd name="T70" fmla="*/ 4251 w 4752"/>
              <a:gd name="T71" fmla="*/ 1207 h 3424"/>
              <a:gd name="T72" fmla="*/ 4316 w 4752"/>
              <a:gd name="T73" fmla="*/ 1093 h 3424"/>
              <a:gd name="T74" fmla="*/ 4457 w 4752"/>
              <a:gd name="T75" fmla="*/ 842 h 3424"/>
              <a:gd name="T76" fmla="*/ 4592 w 4752"/>
              <a:gd name="T77" fmla="*/ 807 h 3424"/>
              <a:gd name="T78" fmla="*/ 4739 w 4752"/>
              <a:gd name="T79" fmla="*/ 771 h 3424"/>
              <a:gd name="T80" fmla="*/ 4750 w 4752"/>
              <a:gd name="T81" fmla="*/ 760 h 3424"/>
              <a:gd name="T82" fmla="*/ 4733 w 4752"/>
              <a:gd name="T83" fmla="*/ 735 h 3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752" h="3424">
                <a:moveTo>
                  <a:pt x="4733" y="735"/>
                </a:moveTo>
                <a:cubicBezTo>
                  <a:pt x="4699" y="709"/>
                  <a:pt x="4610" y="642"/>
                  <a:pt x="4564" y="469"/>
                </a:cubicBezTo>
                <a:cubicBezTo>
                  <a:pt x="4532" y="349"/>
                  <a:pt x="4321" y="0"/>
                  <a:pt x="3964" y="0"/>
                </a:cubicBezTo>
                <a:cubicBezTo>
                  <a:pt x="3907" y="0"/>
                  <a:pt x="3848" y="9"/>
                  <a:pt x="3788" y="27"/>
                </a:cubicBezTo>
                <a:cubicBezTo>
                  <a:pt x="3479" y="117"/>
                  <a:pt x="3334" y="335"/>
                  <a:pt x="3205" y="526"/>
                </a:cubicBezTo>
                <a:cubicBezTo>
                  <a:pt x="3164" y="588"/>
                  <a:pt x="3126" y="645"/>
                  <a:pt x="3084" y="694"/>
                </a:cubicBezTo>
                <a:cubicBezTo>
                  <a:pt x="3045" y="741"/>
                  <a:pt x="2836" y="910"/>
                  <a:pt x="2615" y="1089"/>
                </a:cubicBezTo>
                <a:cubicBezTo>
                  <a:pt x="2415" y="1251"/>
                  <a:pt x="2208" y="1418"/>
                  <a:pt x="2104" y="1513"/>
                </a:cubicBezTo>
                <a:cubicBezTo>
                  <a:pt x="2067" y="1547"/>
                  <a:pt x="2030" y="1581"/>
                  <a:pt x="1992" y="1614"/>
                </a:cubicBezTo>
                <a:cubicBezTo>
                  <a:pt x="1856" y="1737"/>
                  <a:pt x="1716" y="1863"/>
                  <a:pt x="1588" y="2003"/>
                </a:cubicBezTo>
                <a:cubicBezTo>
                  <a:pt x="1508" y="2091"/>
                  <a:pt x="1415" y="2152"/>
                  <a:pt x="1316" y="2217"/>
                </a:cubicBezTo>
                <a:cubicBezTo>
                  <a:pt x="1302" y="2226"/>
                  <a:pt x="1288" y="2235"/>
                  <a:pt x="1274" y="2244"/>
                </a:cubicBezTo>
                <a:cubicBezTo>
                  <a:pt x="1227" y="2276"/>
                  <a:pt x="1172" y="2291"/>
                  <a:pt x="1119" y="2305"/>
                </a:cubicBezTo>
                <a:cubicBezTo>
                  <a:pt x="1071" y="2318"/>
                  <a:pt x="1022" y="2332"/>
                  <a:pt x="977" y="2357"/>
                </a:cubicBezTo>
                <a:cubicBezTo>
                  <a:pt x="967" y="2363"/>
                  <a:pt x="961" y="2374"/>
                  <a:pt x="960" y="2387"/>
                </a:cubicBezTo>
                <a:cubicBezTo>
                  <a:pt x="959" y="2398"/>
                  <a:pt x="964" y="2409"/>
                  <a:pt x="972" y="2416"/>
                </a:cubicBezTo>
                <a:cubicBezTo>
                  <a:pt x="1022" y="2453"/>
                  <a:pt x="1086" y="2484"/>
                  <a:pt x="1158" y="2504"/>
                </a:cubicBezTo>
                <a:cubicBezTo>
                  <a:pt x="1149" y="2510"/>
                  <a:pt x="1141" y="2514"/>
                  <a:pt x="1134" y="2519"/>
                </a:cubicBezTo>
                <a:cubicBezTo>
                  <a:pt x="1102" y="2539"/>
                  <a:pt x="1042" y="2572"/>
                  <a:pt x="967" y="2614"/>
                </a:cubicBezTo>
                <a:cubicBezTo>
                  <a:pt x="655" y="2787"/>
                  <a:pt x="74" y="3110"/>
                  <a:pt x="4" y="3308"/>
                </a:cubicBezTo>
                <a:cubicBezTo>
                  <a:pt x="0" y="3318"/>
                  <a:pt x="2" y="3328"/>
                  <a:pt x="8" y="3337"/>
                </a:cubicBezTo>
                <a:cubicBezTo>
                  <a:pt x="18" y="3352"/>
                  <a:pt x="41" y="3358"/>
                  <a:pt x="58" y="3349"/>
                </a:cubicBezTo>
                <a:cubicBezTo>
                  <a:pt x="181" y="3290"/>
                  <a:pt x="231" y="3274"/>
                  <a:pt x="250" y="3271"/>
                </a:cubicBezTo>
                <a:cubicBezTo>
                  <a:pt x="236" y="3295"/>
                  <a:pt x="171" y="3351"/>
                  <a:pt x="145" y="3373"/>
                </a:cubicBezTo>
                <a:cubicBezTo>
                  <a:pt x="109" y="3405"/>
                  <a:pt x="108" y="3405"/>
                  <a:pt x="111" y="3415"/>
                </a:cubicBezTo>
                <a:lnTo>
                  <a:pt x="115" y="3424"/>
                </a:lnTo>
                <a:lnTo>
                  <a:pt x="124" y="3424"/>
                </a:lnTo>
                <a:lnTo>
                  <a:pt x="126" y="3424"/>
                </a:lnTo>
                <a:cubicBezTo>
                  <a:pt x="377" y="3383"/>
                  <a:pt x="651" y="3282"/>
                  <a:pt x="915" y="3184"/>
                </a:cubicBezTo>
                <a:cubicBezTo>
                  <a:pt x="1192" y="3082"/>
                  <a:pt x="1453" y="2985"/>
                  <a:pt x="1685" y="2955"/>
                </a:cubicBezTo>
                <a:cubicBezTo>
                  <a:pt x="1692" y="2954"/>
                  <a:pt x="1702" y="2953"/>
                  <a:pt x="1716" y="2953"/>
                </a:cubicBezTo>
                <a:cubicBezTo>
                  <a:pt x="1748" y="2953"/>
                  <a:pt x="1795" y="2956"/>
                  <a:pt x="1855" y="2959"/>
                </a:cubicBezTo>
                <a:cubicBezTo>
                  <a:pt x="1955" y="2963"/>
                  <a:pt x="2092" y="2970"/>
                  <a:pt x="2245" y="2970"/>
                </a:cubicBezTo>
                <a:cubicBezTo>
                  <a:pt x="2693" y="2970"/>
                  <a:pt x="3054" y="2911"/>
                  <a:pt x="3316" y="2793"/>
                </a:cubicBezTo>
                <a:cubicBezTo>
                  <a:pt x="3669" y="2635"/>
                  <a:pt x="3893" y="2466"/>
                  <a:pt x="4043" y="2245"/>
                </a:cubicBezTo>
                <a:cubicBezTo>
                  <a:pt x="4221" y="1983"/>
                  <a:pt x="4289" y="1643"/>
                  <a:pt x="4251" y="1207"/>
                </a:cubicBezTo>
                <a:cubicBezTo>
                  <a:pt x="4248" y="1180"/>
                  <a:pt x="4280" y="1139"/>
                  <a:pt x="4316" y="1093"/>
                </a:cubicBezTo>
                <a:cubicBezTo>
                  <a:pt x="4366" y="1028"/>
                  <a:pt x="4429" y="947"/>
                  <a:pt x="4457" y="842"/>
                </a:cubicBezTo>
                <a:cubicBezTo>
                  <a:pt x="4488" y="831"/>
                  <a:pt x="4539" y="819"/>
                  <a:pt x="4592" y="807"/>
                </a:cubicBezTo>
                <a:cubicBezTo>
                  <a:pt x="4642" y="796"/>
                  <a:pt x="4692" y="785"/>
                  <a:pt x="4739" y="771"/>
                </a:cubicBezTo>
                <a:cubicBezTo>
                  <a:pt x="4745" y="769"/>
                  <a:pt x="4749" y="765"/>
                  <a:pt x="4750" y="760"/>
                </a:cubicBezTo>
                <a:cubicBezTo>
                  <a:pt x="4752" y="750"/>
                  <a:pt x="4745" y="744"/>
                  <a:pt x="4733" y="735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8476615" y="2996565"/>
            <a:ext cx="1364615" cy="1185545"/>
          </a:xfrm>
          <a:custGeom>
            <a:avLst/>
            <a:gdLst>
              <a:gd name="connsiteX0" fmla="*/ 548838 w 1364681"/>
              <a:gd name="connsiteY0" fmla="*/ 773663 h 1185358"/>
              <a:gd name="connsiteX1" fmla="*/ 549308 w 1364681"/>
              <a:gd name="connsiteY1" fmla="*/ 776172 h 1185358"/>
              <a:gd name="connsiteX2" fmla="*/ 549111 w 1364681"/>
              <a:gd name="connsiteY2" fmla="*/ 776736 h 1185358"/>
              <a:gd name="connsiteX3" fmla="*/ 259537 w 1364681"/>
              <a:gd name="connsiteY3" fmla="*/ 0 h 1185358"/>
              <a:gd name="connsiteX4" fmla="*/ 289170 w 1364681"/>
              <a:gd name="connsiteY4" fmla="*/ 257608 h 1185358"/>
              <a:gd name="connsiteX5" fmla="*/ 266509 w 1364681"/>
              <a:gd name="connsiteY5" fmla="*/ 492589 h 1185358"/>
              <a:gd name="connsiteX6" fmla="*/ 332747 w 1364681"/>
              <a:gd name="connsiteY6" fmla="*/ 610949 h 1185358"/>
              <a:gd name="connsiteX7" fmla="*/ 367610 w 1364681"/>
              <a:gd name="connsiteY7" fmla="*/ 429927 h 1185358"/>
              <a:gd name="connsiteX8" fmla="*/ 461738 w 1364681"/>
              <a:gd name="connsiteY8" fmla="*/ 186244 h 1185358"/>
              <a:gd name="connsiteX9" fmla="*/ 432105 w 1364681"/>
              <a:gd name="connsiteY9" fmla="*/ 445593 h 1185358"/>
              <a:gd name="connsiteX10" fmla="*/ 358894 w 1364681"/>
              <a:gd name="connsiteY10" fmla="*/ 663167 h 1185358"/>
              <a:gd name="connsiteX11" fmla="*/ 446050 w 1364681"/>
              <a:gd name="connsiteY11" fmla="*/ 1009545 h 1185358"/>
              <a:gd name="connsiteX12" fmla="*/ 527976 w 1364681"/>
              <a:gd name="connsiteY12" fmla="*/ 833745 h 1185358"/>
              <a:gd name="connsiteX13" fmla="*/ 524490 w 1364681"/>
              <a:gd name="connsiteY13" fmla="*/ 828523 h 1185358"/>
              <a:gd name="connsiteX14" fmla="*/ 534948 w 1364681"/>
              <a:gd name="connsiteY14" fmla="*/ 816339 h 1185358"/>
              <a:gd name="connsiteX15" fmla="*/ 545843 w 1364681"/>
              <a:gd name="connsiteY15" fmla="*/ 786096 h 1185358"/>
              <a:gd name="connsiteX16" fmla="*/ 549111 w 1364681"/>
              <a:gd name="connsiteY16" fmla="*/ 776736 h 1185358"/>
              <a:gd name="connsiteX17" fmla="*/ 549111 w 1364681"/>
              <a:gd name="connsiteY17" fmla="*/ 776741 h 1185358"/>
              <a:gd name="connsiteX18" fmla="*/ 549674 w 1364681"/>
              <a:gd name="connsiteY18" fmla="*/ 778130 h 1185358"/>
              <a:gd name="connsiteX19" fmla="*/ 550636 w 1364681"/>
              <a:gd name="connsiteY19" fmla="*/ 783268 h 1185358"/>
              <a:gd name="connsiteX20" fmla="*/ 551426 w 1364681"/>
              <a:gd name="connsiteY20" fmla="*/ 782452 h 1185358"/>
              <a:gd name="connsiteX21" fmla="*/ 549674 w 1364681"/>
              <a:gd name="connsiteY21" fmla="*/ 778130 h 1185358"/>
              <a:gd name="connsiteX22" fmla="*/ 549308 w 1364681"/>
              <a:gd name="connsiteY22" fmla="*/ 776172 h 1185358"/>
              <a:gd name="connsiteX23" fmla="*/ 554123 w 1364681"/>
              <a:gd name="connsiteY23" fmla="*/ 762381 h 1185358"/>
              <a:gd name="connsiteX24" fmla="*/ 548430 w 1364681"/>
              <a:gd name="connsiteY24" fmla="*/ 769071 h 1185358"/>
              <a:gd name="connsiteX25" fmla="*/ 548838 w 1364681"/>
              <a:gd name="connsiteY25" fmla="*/ 773663 h 1185358"/>
              <a:gd name="connsiteX26" fmla="*/ 547940 w 1364681"/>
              <a:gd name="connsiteY26" fmla="*/ 768867 h 1185358"/>
              <a:gd name="connsiteX27" fmla="*/ 780727 w 1364681"/>
              <a:gd name="connsiteY27" fmla="*/ 428187 h 1185358"/>
              <a:gd name="connsiteX28" fmla="*/ 1113661 w 1364681"/>
              <a:gd name="connsiteY28" fmla="*/ 161876 h 1185358"/>
              <a:gd name="connsiteX29" fmla="*/ 859167 w 1364681"/>
              <a:gd name="connsiteY29" fmla="*/ 503032 h 1185358"/>
              <a:gd name="connsiteX30" fmla="*/ 561095 w 1364681"/>
              <a:gd name="connsiteY30" fmla="*/ 758900 h 1185358"/>
              <a:gd name="connsiteX31" fmla="*/ 559352 w 1364681"/>
              <a:gd name="connsiteY31" fmla="*/ 804155 h 1185358"/>
              <a:gd name="connsiteX32" fmla="*/ 939350 w 1364681"/>
              <a:gd name="connsiteY32" fmla="*/ 741494 h 1185358"/>
              <a:gd name="connsiteX33" fmla="*/ 1364669 w 1364681"/>
              <a:gd name="connsiteY33" fmla="*/ 760640 h 1185358"/>
              <a:gd name="connsiteX34" fmla="*/ 948066 w 1364681"/>
              <a:gd name="connsiteY34" fmla="*/ 849411 h 1185358"/>
              <a:gd name="connsiteX35" fmla="*/ 554123 w 1364681"/>
              <a:gd name="connsiteY35" fmla="*/ 845929 h 1185358"/>
              <a:gd name="connsiteX36" fmla="*/ 442564 w 1364681"/>
              <a:gd name="connsiteY36" fmla="*/ 1127906 h 1185358"/>
              <a:gd name="connsiteX37" fmla="*/ 442564 w 1364681"/>
              <a:gd name="connsiteY37" fmla="*/ 1126165 h 1185358"/>
              <a:gd name="connsiteX38" fmla="*/ 433782 w 1364681"/>
              <a:gd name="connsiteY38" fmla="*/ 1185358 h 1185358"/>
              <a:gd name="connsiteX39" fmla="*/ 409926 w 1364681"/>
              <a:gd name="connsiteY39" fmla="*/ 1173146 h 1185358"/>
              <a:gd name="connsiteX40" fmla="*/ 308758 w 1364681"/>
              <a:gd name="connsiteY40" fmla="*/ 1101219 h 1185358"/>
              <a:gd name="connsiteX41" fmla="*/ 306177 w 1364681"/>
              <a:gd name="connsiteY41" fmla="*/ 1098759 h 1185358"/>
              <a:gd name="connsiteX42" fmla="*/ 306601 w 1364681"/>
              <a:gd name="connsiteY42" fmla="*/ 1094345 h 1185358"/>
              <a:gd name="connsiteX43" fmla="*/ 212473 w 1364681"/>
              <a:gd name="connsiteY43" fmla="*/ 985177 h 1185358"/>
              <a:gd name="connsiteX44" fmla="*/ 184408 w 1364681"/>
              <a:gd name="connsiteY44" fmla="*/ 971573 h 1185358"/>
              <a:gd name="connsiteX45" fmla="*/ 142558 w 1364681"/>
              <a:gd name="connsiteY45" fmla="*/ 918310 h 1185358"/>
              <a:gd name="connsiteX46" fmla="*/ 92255 w 1364681"/>
              <a:gd name="connsiteY46" fmla="*/ 830791 h 1185358"/>
              <a:gd name="connsiteX47" fmla="*/ 183494 w 1364681"/>
              <a:gd name="connsiteY47" fmla="*/ 890967 h 1185358"/>
              <a:gd name="connsiteX48" fmla="*/ 317059 w 1364681"/>
              <a:gd name="connsiteY48" fmla="*/ 939922 h 1185358"/>
              <a:gd name="connsiteX49" fmla="*/ 184583 w 1364681"/>
              <a:gd name="connsiteY49" fmla="*/ 428187 h 1185358"/>
              <a:gd name="connsiteX50" fmla="*/ 184583 w 1364681"/>
              <a:gd name="connsiteY50" fmla="*/ 429927 h 1185358"/>
              <a:gd name="connsiteX51" fmla="*/ 3681 w 1364681"/>
              <a:gd name="connsiteY51" fmla="*/ 380483 h 1185358"/>
              <a:gd name="connsiteX52" fmla="*/ 0 w 1364681"/>
              <a:gd name="connsiteY52" fmla="*/ 378767 h 1185358"/>
              <a:gd name="connsiteX53" fmla="*/ 5499 w 1364681"/>
              <a:gd name="connsiteY53" fmla="*/ 306086 h 1185358"/>
              <a:gd name="connsiteX54" fmla="*/ 6479 w 1364681"/>
              <a:gd name="connsiteY54" fmla="*/ 301836 h 1185358"/>
              <a:gd name="connsiteX55" fmla="*/ 21248 w 1364681"/>
              <a:gd name="connsiteY55" fmla="*/ 309554 h 1185358"/>
              <a:gd name="connsiteX56" fmla="*/ 179354 w 1364681"/>
              <a:gd name="connsiteY56" fmla="*/ 417743 h 1185358"/>
              <a:gd name="connsiteX57" fmla="*/ 161923 w 1364681"/>
              <a:gd name="connsiteY57" fmla="*/ 363785 h 1185358"/>
              <a:gd name="connsiteX58" fmla="*/ 76864 w 1364681"/>
              <a:gd name="connsiteY58" fmla="*/ 223531 h 1185358"/>
              <a:gd name="connsiteX59" fmla="*/ 45093 w 1364681"/>
              <a:gd name="connsiteY59" fmla="*/ 153773 h 1185358"/>
              <a:gd name="connsiteX60" fmla="*/ 78906 w 1364681"/>
              <a:gd name="connsiteY60" fmla="*/ 67954 h 1185358"/>
              <a:gd name="connsiteX61" fmla="*/ 102657 w 1364681"/>
              <a:gd name="connsiteY61" fmla="*/ 120101 h 1185358"/>
              <a:gd name="connsiteX62" fmla="*/ 177611 w 1364681"/>
              <a:gd name="connsiteY62" fmla="*/ 358563 h 1185358"/>
              <a:gd name="connsiteX63" fmla="*/ 231647 w 1364681"/>
              <a:gd name="connsiteY63" fmla="*/ 436890 h 1185358"/>
              <a:gd name="connsiteX64" fmla="*/ 224675 w 1364681"/>
              <a:gd name="connsiteY64" fmla="*/ 257608 h 1185358"/>
              <a:gd name="connsiteX65" fmla="*/ 259537 w 1364681"/>
              <a:gd name="connsiteY65" fmla="*/ 0 h 1185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364681" h="1185358">
                <a:moveTo>
                  <a:pt x="548838" y="773663"/>
                </a:moveTo>
                <a:lnTo>
                  <a:pt x="549308" y="776172"/>
                </a:lnTo>
                <a:lnTo>
                  <a:pt x="549111" y="776736"/>
                </a:lnTo>
                <a:close/>
                <a:moveTo>
                  <a:pt x="259537" y="0"/>
                </a:moveTo>
                <a:cubicBezTo>
                  <a:pt x="278711" y="0"/>
                  <a:pt x="290913" y="114879"/>
                  <a:pt x="289170" y="257608"/>
                </a:cubicBezTo>
                <a:cubicBezTo>
                  <a:pt x="289170" y="363785"/>
                  <a:pt x="278711" y="452555"/>
                  <a:pt x="266509" y="492589"/>
                </a:cubicBezTo>
                <a:cubicBezTo>
                  <a:pt x="292656" y="532622"/>
                  <a:pt x="313573" y="572656"/>
                  <a:pt x="332747" y="610949"/>
                </a:cubicBezTo>
                <a:cubicBezTo>
                  <a:pt x="337977" y="563953"/>
                  <a:pt x="350179" y="499551"/>
                  <a:pt x="367610" y="429927"/>
                </a:cubicBezTo>
                <a:cubicBezTo>
                  <a:pt x="402472" y="290680"/>
                  <a:pt x="444307" y="182763"/>
                  <a:pt x="461738" y="186244"/>
                </a:cubicBezTo>
                <a:cubicBezTo>
                  <a:pt x="479169" y="191466"/>
                  <a:pt x="465224" y="306345"/>
                  <a:pt x="432105" y="445593"/>
                </a:cubicBezTo>
                <a:cubicBezTo>
                  <a:pt x="407701" y="543066"/>
                  <a:pt x="379812" y="624874"/>
                  <a:pt x="358894" y="663167"/>
                </a:cubicBezTo>
                <a:cubicBezTo>
                  <a:pt x="411188" y="779787"/>
                  <a:pt x="442564" y="891185"/>
                  <a:pt x="446050" y="1009545"/>
                </a:cubicBezTo>
                <a:cubicBezTo>
                  <a:pt x="479169" y="957328"/>
                  <a:pt x="508802" y="889444"/>
                  <a:pt x="527976" y="833745"/>
                </a:cubicBezTo>
                <a:cubicBezTo>
                  <a:pt x="526233" y="832005"/>
                  <a:pt x="524490" y="832005"/>
                  <a:pt x="524490" y="828523"/>
                </a:cubicBezTo>
                <a:cubicBezTo>
                  <a:pt x="524490" y="825042"/>
                  <a:pt x="527976" y="821561"/>
                  <a:pt x="534948" y="816339"/>
                </a:cubicBezTo>
                <a:cubicBezTo>
                  <a:pt x="539306" y="805025"/>
                  <a:pt x="542792" y="795017"/>
                  <a:pt x="545843" y="786096"/>
                </a:cubicBezTo>
                <a:lnTo>
                  <a:pt x="549111" y="776736"/>
                </a:lnTo>
                <a:lnTo>
                  <a:pt x="549111" y="776741"/>
                </a:lnTo>
                <a:lnTo>
                  <a:pt x="549674" y="778130"/>
                </a:lnTo>
                <a:lnTo>
                  <a:pt x="550636" y="783268"/>
                </a:lnTo>
                <a:cubicBezTo>
                  <a:pt x="551944" y="784138"/>
                  <a:pt x="551944" y="783703"/>
                  <a:pt x="551426" y="782452"/>
                </a:cubicBezTo>
                <a:lnTo>
                  <a:pt x="549674" y="778130"/>
                </a:lnTo>
                <a:lnTo>
                  <a:pt x="549308" y="776172"/>
                </a:lnTo>
                <a:lnTo>
                  <a:pt x="554123" y="762381"/>
                </a:lnTo>
                <a:cubicBezTo>
                  <a:pt x="550636" y="764121"/>
                  <a:pt x="549002" y="766515"/>
                  <a:pt x="548430" y="769071"/>
                </a:cubicBezTo>
                <a:lnTo>
                  <a:pt x="548838" y="773663"/>
                </a:lnTo>
                <a:lnTo>
                  <a:pt x="547940" y="768867"/>
                </a:lnTo>
                <a:cubicBezTo>
                  <a:pt x="553469" y="720607"/>
                  <a:pt x="640407" y="574396"/>
                  <a:pt x="780727" y="428187"/>
                </a:cubicBezTo>
                <a:cubicBezTo>
                  <a:pt x="942836" y="261089"/>
                  <a:pt x="1092744" y="142729"/>
                  <a:pt x="1113661" y="161876"/>
                </a:cubicBezTo>
                <a:cubicBezTo>
                  <a:pt x="1134578" y="182763"/>
                  <a:pt x="1021276" y="335935"/>
                  <a:pt x="859167" y="503032"/>
                </a:cubicBezTo>
                <a:cubicBezTo>
                  <a:pt x="735406" y="630096"/>
                  <a:pt x="618618" y="729310"/>
                  <a:pt x="561095" y="758900"/>
                </a:cubicBezTo>
                <a:cubicBezTo>
                  <a:pt x="561095" y="774565"/>
                  <a:pt x="561095" y="790230"/>
                  <a:pt x="559352" y="804155"/>
                </a:cubicBezTo>
                <a:cubicBezTo>
                  <a:pt x="623847" y="781527"/>
                  <a:pt x="770268" y="755418"/>
                  <a:pt x="939350" y="741494"/>
                </a:cubicBezTo>
                <a:cubicBezTo>
                  <a:pt x="1172927" y="722347"/>
                  <a:pt x="1362926" y="732791"/>
                  <a:pt x="1364669" y="760640"/>
                </a:cubicBezTo>
                <a:cubicBezTo>
                  <a:pt x="1366412" y="790230"/>
                  <a:pt x="1181642" y="830264"/>
                  <a:pt x="948066" y="849411"/>
                </a:cubicBezTo>
                <a:cubicBezTo>
                  <a:pt x="768525" y="863335"/>
                  <a:pt x="616875" y="861595"/>
                  <a:pt x="554123" y="845929"/>
                </a:cubicBezTo>
                <a:cubicBezTo>
                  <a:pt x="527976" y="990399"/>
                  <a:pt x="442564" y="1127906"/>
                  <a:pt x="442564" y="1127906"/>
                </a:cubicBezTo>
                <a:lnTo>
                  <a:pt x="442564" y="1126165"/>
                </a:lnTo>
                <a:lnTo>
                  <a:pt x="433782" y="1185358"/>
                </a:lnTo>
                <a:lnTo>
                  <a:pt x="409926" y="1173146"/>
                </a:lnTo>
                <a:cubicBezTo>
                  <a:pt x="374439" y="1151583"/>
                  <a:pt x="340635" y="1127527"/>
                  <a:pt x="308758" y="1101219"/>
                </a:cubicBezTo>
                <a:lnTo>
                  <a:pt x="306177" y="1098759"/>
                </a:lnTo>
                <a:lnTo>
                  <a:pt x="306601" y="1094345"/>
                </a:lnTo>
                <a:cubicBezTo>
                  <a:pt x="303659" y="1045228"/>
                  <a:pt x="275225" y="1011286"/>
                  <a:pt x="212473" y="985177"/>
                </a:cubicBezTo>
                <a:lnTo>
                  <a:pt x="184408" y="971573"/>
                </a:lnTo>
                <a:lnTo>
                  <a:pt x="142558" y="918310"/>
                </a:lnTo>
                <a:lnTo>
                  <a:pt x="92255" y="830791"/>
                </a:lnTo>
                <a:lnTo>
                  <a:pt x="183494" y="890967"/>
                </a:lnTo>
                <a:cubicBezTo>
                  <a:pt x="258665" y="937746"/>
                  <a:pt x="315316" y="965160"/>
                  <a:pt x="317059" y="939922"/>
                </a:cubicBezTo>
                <a:cubicBezTo>
                  <a:pt x="317059" y="778046"/>
                  <a:pt x="243849" y="595284"/>
                  <a:pt x="184583" y="428187"/>
                </a:cubicBezTo>
                <a:cubicBezTo>
                  <a:pt x="184583" y="429927"/>
                  <a:pt x="184583" y="429927"/>
                  <a:pt x="184583" y="429927"/>
                </a:cubicBezTo>
                <a:cubicBezTo>
                  <a:pt x="176739" y="444287"/>
                  <a:pt x="103202" y="423400"/>
                  <a:pt x="3681" y="380483"/>
                </a:cubicBezTo>
                <a:lnTo>
                  <a:pt x="0" y="378767"/>
                </a:lnTo>
                <a:lnTo>
                  <a:pt x="5499" y="306086"/>
                </a:lnTo>
                <a:lnTo>
                  <a:pt x="6479" y="301836"/>
                </a:lnTo>
                <a:lnTo>
                  <a:pt x="21248" y="309554"/>
                </a:lnTo>
                <a:cubicBezTo>
                  <a:pt x="103855" y="355408"/>
                  <a:pt x="163666" y="396856"/>
                  <a:pt x="179354" y="417743"/>
                </a:cubicBezTo>
                <a:cubicBezTo>
                  <a:pt x="174124" y="400337"/>
                  <a:pt x="167152" y="382931"/>
                  <a:pt x="161923" y="363785"/>
                </a:cubicBezTo>
                <a:cubicBezTo>
                  <a:pt x="143620" y="348119"/>
                  <a:pt x="111590" y="295249"/>
                  <a:pt x="76864" y="223531"/>
                </a:cubicBezTo>
                <a:lnTo>
                  <a:pt x="45093" y="153773"/>
                </a:lnTo>
                <a:lnTo>
                  <a:pt x="78906" y="67954"/>
                </a:lnTo>
                <a:lnTo>
                  <a:pt x="102657" y="120101"/>
                </a:lnTo>
                <a:cubicBezTo>
                  <a:pt x="149721" y="229759"/>
                  <a:pt x="179354" y="325491"/>
                  <a:pt x="177611" y="358563"/>
                </a:cubicBezTo>
                <a:cubicBezTo>
                  <a:pt x="195042" y="384672"/>
                  <a:pt x="214216" y="410781"/>
                  <a:pt x="231647" y="436890"/>
                </a:cubicBezTo>
                <a:cubicBezTo>
                  <a:pt x="226418" y="391634"/>
                  <a:pt x="222932" y="327232"/>
                  <a:pt x="224675" y="257608"/>
                </a:cubicBezTo>
                <a:cubicBezTo>
                  <a:pt x="224675" y="114879"/>
                  <a:pt x="242106" y="0"/>
                  <a:pt x="259537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6385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6386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6"/>
          <p:cNvSpPr>
            <a:spLocks noGrp="1"/>
          </p:cNvSpPr>
          <p:nvPr>
            <p:ph type="sldNum" sz="quarter" idx="16387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2" name="标题 1"/>
          <p:cNvSpPr>
            <a:spLocks noGrp="1"/>
          </p:cNvSpPr>
          <p:nvPr>
            <p:ph type="ctrTitle" idx="16388" hasCustomPrompt="1"/>
            <p:custDataLst>
              <p:tags r:id="rId16"/>
            </p:custDataLst>
          </p:nvPr>
        </p:nvSpPr>
        <p:spPr>
          <a:xfrm>
            <a:off x="1345565" y="3530600"/>
            <a:ext cx="6352117" cy="1524000"/>
          </a:xfrm>
          <a:ln w="25400">
            <a:noFill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ln>
                  <a:noFill/>
                </a:ln>
                <a:solidFill>
                  <a:srgbClr val="FFFFFF"/>
                </a:solidFill>
                <a:latin typeface="+mj-ea"/>
                <a:ea typeface="+mj-ea"/>
                <a:cs typeface="+mj-cs"/>
              </a:defRPr>
            </a:lvl1pPr>
          </a:lstStyle>
          <a:p>
            <a:pPr lvl="0"/>
            <a:r>
              <a:rPr dirty="0">
                <a:sym typeface="+mn-ea"/>
              </a:rPr>
              <a:t>单击此处添加章节标题</a:t>
            </a:r>
            <a:endParaRPr dirty="0">
              <a:sym typeface="+mn-ea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6389" hasCustomPrompt="1"/>
            <p:custDataLst>
              <p:tags r:id="rId17"/>
            </p:custDataLst>
          </p:nvPr>
        </p:nvSpPr>
        <p:spPr>
          <a:xfrm>
            <a:off x="1345565" y="190500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spc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 userDrawn="1">
            <p:custDataLst>
              <p:tags r:id="rId2"/>
            </p:custDataLst>
          </p:nvPr>
        </p:nvCxnSpPr>
        <p:spPr>
          <a:xfrm>
            <a:off x="717619" y="0"/>
            <a:ext cx="0" cy="68580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12"/>
          <p:cNvCxnSpPr/>
          <p:nvPr userDrawn="1">
            <p:custDataLst>
              <p:tags r:id="rId3"/>
            </p:custDataLst>
          </p:nvPr>
        </p:nvCxnSpPr>
        <p:spPr>
          <a:xfrm>
            <a:off x="0" y="1581909"/>
            <a:ext cx="717619" cy="0"/>
          </a:xfrm>
          <a:prstGeom prst="line">
            <a:avLst/>
          </a:prstGeom>
          <a:ln w="25400">
            <a:solidFill>
              <a:schemeClr val="tx2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接连接符 13"/>
          <p:cNvCxnSpPr/>
          <p:nvPr userDrawn="1">
            <p:custDataLst>
              <p:tags r:id="rId4"/>
            </p:custDataLst>
          </p:nvPr>
        </p:nvCxnSpPr>
        <p:spPr>
          <a:xfrm>
            <a:off x="0" y="3690613"/>
            <a:ext cx="717619" cy="0"/>
          </a:xfrm>
          <a:prstGeom prst="line">
            <a:avLst/>
          </a:prstGeom>
          <a:ln w="25400">
            <a:solidFill>
              <a:schemeClr val="tx2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直接连接符 14"/>
          <p:cNvCxnSpPr/>
          <p:nvPr userDrawn="1">
            <p:custDataLst>
              <p:tags r:id="rId5"/>
            </p:custDataLst>
          </p:nvPr>
        </p:nvCxnSpPr>
        <p:spPr>
          <a:xfrm>
            <a:off x="0" y="5799317"/>
            <a:ext cx="717619" cy="0"/>
          </a:xfrm>
          <a:prstGeom prst="line">
            <a:avLst/>
          </a:prstGeom>
          <a:ln w="25400">
            <a:solidFill>
              <a:schemeClr val="tx2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0299700" y="552500"/>
            <a:ext cx="1117600" cy="2025600"/>
          </a:xfrm>
        </p:spPr>
        <p:txBody>
          <a:bodyPr vert="eaVert" wrap="square" anchor="ctr">
            <a:normAutofit/>
          </a:bodyPr>
          <a:lstStyle>
            <a:lvl1pPr>
              <a:defRPr sz="600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olidFill>
                <a:schemeClr val="tx2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6"/>
            </p:custDataLst>
          </p:nvPr>
        </p:nvSpPr>
        <p:spPr>
          <a:xfrm>
            <a:off x="1491615" y="2013585"/>
            <a:ext cx="2813050" cy="2831465"/>
          </a:xfrm>
          <a:custGeom>
            <a:avLst/>
            <a:gdLst>
              <a:gd name="connsiteX0" fmla="*/ 2214375 w 4462562"/>
              <a:gd name="connsiteY0" fmla="*/ 0 h 4491272"/>
              <a:gd name="connsiteX1" fmla="*/ 3472290 w 4462562"/>
              <a:gd name="connsiteY1" fmla="*/ 833802 h 4491272"/>
              <a:gd name="connsiteX2" fmla="*/ 3516123 w 4462562"/>
              <a:gd name="connsiteY2" fmla="*/ 953561 h 4491272"/>
              <a:gd name="connsiteX3" fmla="*/ 3628760 w 4462562"/>
              <a:gd name="connsiteY3" fmla="*/ 994787 h 4491272"/>
              <a:gd name="connsiteX4" fmla="*/ 4462562 w 4462562"/>
              <a:gd name="connsiteY4" fmla="*/ 2252702 h 4491272"/>
              <a:gd name="connsiteX5" fmla="*/ 3628761 w 4462562"/>
              <a:gd name="connsiteY5" fmla="*/ 3510617 h 4491272"/>
              <a:gd name="connsiteX6" fmla="*/ 3510150 w 4462562"/>
              <a:gd name="connsiteY6" fmla="*/ 3554029 h 4491272"/>
              <a:gd name="connsiteX7" fmla="*/ 3472290 w 4462562"/>
              <a:gd name="connsiteY7" fmla="*/ 3657470 h 4491272"/>
              <a:gd name="connsiteX8" fmla="*/ 2214375 w 4462562"/>
              <a:gd name="connsiteY8" fmla="*/ 4491272 h 4491272"/>
              <a:gd name="connsiteX9" fmla="*/ 956460 w 4462562"/>
              <a:gd name="connsiteY9" fmla="*/ 3657470 h 4491272"/>
              <a:gd name="connsiteX10" fmla="*/ 913370 w 4462562"/>
              <a:gd name="connsiteY10" fmla="*/ 3539739 h 4491272"/>
              <a:gd name="connsiteX11" fmla="*/ 833802 w 4462562"/>
              <a:gd name="connsiteY11" fmla="*/ 3510617 h 4491272"/>
              <a:gd name="connsiteX12" fmla="*/ 0 w 4462562"/>
              <a:gd name="connsiteY12" fmla="*/ 2252702 h 4491272"/>
              <a:gd name="connsiteX13" fmla="*/ 833802 w 4462562"/>
              <a:gd name="connsiteY13" fmla="*/ 994787 h 4491272"/>
              <a:gd name="connsiteX14" fmla="*/ 908434 w 4462562"/>
              <a:gd name="connsiteY14" fmla="*/ 967472 h 4491272"/>
              <a:gd name="connsiteX15" fmla="*/ 910553 w 4462562"/>
              <a:gd name="connsiteY15" fmla="*/ 959231 h 4491272"/>
              <a:gd name="connsiteX16" fmla="*/ 2214375 w 4462562"/>
              <a:gd name="connsiteY16" fmla="*/ 0 h 44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2562" h="4491272">
                <a:moveTo>
                  <a:pt x="2214375" y="0"/>
                </a:moveTo>
                <a:cubicBezTo>
                  <a:pt x="2779860" y="0"/>
                  <a:pt x="3265042" y="343811"/>
                  <a:pt x="3472290" y="833802"/>
                </a:cubicBezTo>
                <a:lnTo>
                  <a:pt x="3516123" y="953561"/>
                </a:lnTo>
                <a:lnTo>
                  <a:pt x="3628760" y="994787"/>
                </a:lnTo>
                <a:cubicBezTo>
                  <a:pt x="4118751" y="1202036"/>
                  <a:pt x="4462562" y="1687218"/>
                  <a:pt x="4462562" y="2252702"/>
                </a:cubicBezTo>
                <a:cubicBezTo>
                  <a:pt x="4462562" y="2818186"/>
                  <a:pt x="4118751" y="3303369"/>
                  <a:pt x="3628761" y="3510617"/>
                </a:cubicBezTo>
                <a:lnTo>
                  <a:pt x="3510150" y="3554029"/>
                </a:lnTo>
                <a:lnTo>
                  <a:pt x="3472290" y="3657470"/>
                </a:lnTo>
                <a:cubicBezTo>
                  <a:pt x="3265042" y="4147461"/>
                  <a:pt x="2779860" y="4491272"/>
                  <a:pt x="2214375" y="4491272"/>
                </a:cubicBezTo>
                <a:cubicBezTo>
                  <a:pt x="1648891" y="4491272"/>
                  <a:pt x="1163709" y="4147461"/>
                  <a:pt x="956460" y="3657470"/>
                </a:cubicBezTo>
                <a:lnTo>
                  <a:pt x="913370" y="3539739"/>
                </a:lnTo>
                <a:lnTo>
                  <a:pt x="833802" y="3510617"/>
                </a:lnTo>
                <a:cubicBezTo>
                  <a:pt x="343811" y="3303369"/>
                  <a:pt x="0" y="2818186"/>
                  <a:pt x="0" y="2252702"/>
                </a:cubicBezTo>
                <a:cubicBezTo>
                  <a:pt x="0" y="1687218"/>
                  <a:pt x="343811" y="1202036"/>
                  <a:pt x="833802" y="994787"/>
                </a:cubicBezTo>
                <a:lnTo>
                  <a:pt x="908434" y="967472"/>
                </a:lnTo>
                <a:lnTo>
                  <a:pt x="910553" y="959231"/>
                </a:lnTo>
                <a:cubicBezTo>
                  <a:pt x="1083403" y="403501"/>
                  <a:pt x="1601767" y="0"/>
                  <a:pt x="22143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任意多边形: 形状 14"/>
          <p:cNvSpPr/>
          <p:nvPr userDrawn="1">
            <p:custDataLst>
              <p:tags r:id="rId7"/>
            </p:custDataLst>
          </p:nvPr>
        </p:nvSpPr>
        <p:spPr>
          <a:xfrm>
            <a:off x="1424940" y="1946910"/>
            <a:ext cx="2945765" cy="2964815"/>
          </a:xfrm>
          <a:custGeom>
            <a:avLst/>
            <a:gdLst>
              <a:gd name="connsiteX0" fmla="*/ 2214375 w 4462562"/>
              <a:gd name="connsiteY0" fmla="*/ 0 h 4491272"/>
              <a:gd name="connsiteX1" fmla="*/ 3472290 w 4462562"/>
              <a:gd name="connsiteY1" fmla="*/ 833802 h 4491272"/>
              <a:gd name="connsiteX2" fmla="*/ 3516123 w 4462562"/>
              <a:gd name="connsiteY2" fmla="*/ 953561 h 4491272"/>
              <a:gd name="connsiteX3" fmla="*/ 3628760 w 4462562"/>
              <a:gd name="connsiteY3" fmla="*/ 994787 h 4491272"/>
              <a:gd name="connsiteX4" fmla="*/ 4462562 w 4462562"/>
              <a:gd name="connsiteY4" fmla="*/ 2252702 h 4491272"/>
              <a:gd name="connsiteX5" fmla="*/ 3628761 w 4462562"/>
              <a:gd name="connsiteY5" fmla="*/ 3510617 h 4491272"/>
              <a:gd name="connsiteX6" fmla="*/ 3510150 w 4462562"/>
              <a:gd name="connsiteY6" fmla="*/ 3554029 h 4491272"/>
              <a:gd name="connsiteX7" fmla="*/ 3472290 w 4462562"/>
              <a:gd name="connsiteY7" fmla="*/ 3657470 h 4491272"/>
              <a:gd name="connsiteX8" fmla="*/ 2214375 w 4462562"/>
              <a:gd name="connsiteY8" fmla="*/ 4491272 h 4491272"/>
              <a:gd name="connsiteX9" fmla="*/ 956460 w 4462562"/>
              <a:gd name="connsiteY9" fmla="*/ 3657470 h 4491272"/>
              <a:gd name="connsiteX10" fmla="*/ 913370 w 4462562"/>
              <a:gd name="connsiteY10" fmla="*/ 3539739 h 4491272"/>
              <a:gd name="connsiteX11" fmla="*/ 833802 w 4462562"/>
              <a:gd name="connsiteY11" fmla="*/ 3510617 h 4491272"/>
              <a:gd name="connsiteX12" fmla="*/ 0 w 4462562"/>
              <a:gd name="connsiteY12" fmla="*/ 2252702 h 4491272"/>
              <a:gd name="connsiteX13" fmla="*/ 833802 w 4462562"/>
              <a:gd name="connsiteY13" fmla="*/ 994787 h 4491272"/>
              <a:gd name="connsiteX14" fmla="*/ 908434 w 4462562"/>
              <a:gd name="connsiteY14" fmla="*/ 967472 h 4491272"/>
              <a:gd name="connsiteX15" fmla="*/ 910553 w 4462562"/>
              <a:gd name="connsiteY15" fmla="*/ 959231 h 4491272"/>
              <a:gd name="connsiteX16" fmla="*/ 2214375 w 4462562"/>
              <a:gd name="connsiteY16" fmla="*/ 0 h 44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2562" h="4491272">
                <a:moveTo>
                  <a:pt x="2214375" y="0"/>
                </a:moveTo>
                <a:cubicBezTo>
                  <a:pt x="2779860" y="0"/>
                  <a:pt x="3265042" y="343811"/>
                  <a:pt x="3472290" y="833802"/>
                </a:cubicBezTo>
                <a:lnTo>
                  <a:pt x="3516123" y="953561"/>
                </a:lnTo>
                <a:lnTo>
                  <a:pt x="3628760" y="994787"/>
                </a:lnTo>
                <a:cubicBezTo>
                  <a:pt x="4118751" y="1202036"/>
                  <a:pt x="4462562" y="1687218"/>
                  <a:pt x="4462562" y="2252702"/>
                </a:cubicBezTo>
                <a:cubicBezTo>
                  <a:pt x="4462562" y="2818186"/>
                  <a:pt x="4118751" y="3303369"/>
                  <a:pt x="3628761" y="3510617"/>
                </a:cubicBezTo>
                <a:lnTo>
                  <a:pt x="3510150" y="3554029"/>
                </a:lnTo>
                <a:lnTo>
                  <a:pt x="3472290" y="3657470"/>
                </a:lnTo>
                <a:cubicBezTo>
                  <a:pt x="3265042" y="4147461"/>
                  <a:pt x="2779860" y="4491272"/>
                  <a:pt x="2214375" y="4491272"/>
                </a:cubicBezTo>
                <a:cubicBezTo>
                  <a:pt x="1648891" y="4491272"/>
                  <a:pt x="1163709" y="4147461"/>
                  <a:pt x="956460" y="3657470"/>
                </a:cubicBezTo>
                <a:lnTo>
                  <a:pt x="913370" y="3539739"/>
                </a:lnTo>
                <a:lnTo>
                  <a:pt x="833802" y="3510617"/>
                </a:lnTo>
                <a:cubicBezTo>
                  <a:pt x="343811" y="3303369"/>
                  <a:pt x="0" y="2818186"/>
                  <a:pt x="0" y="2252702"/>
                </a:cubicBezTo>
                <a:cubicBezTo>
                  <a:pt x="0" y="1687218"/>
                  <a:pt x="343811" y="1202036"/>
                  <a:pt x="833802" y="994787"/>
                </a:cubicBezTo>
                <a:lnTo>
                  <a:pt x="908434" y="967472"/>
                </a:lnTo>
                <a:lnTo>
                  <a:pt x="910553" y="959231"/>
                </a:lnTo>
                <a:cubicBezTo>
                  <a:pt x="1083403" y="403501"/>
                  <a:pt x="1601767" y="0"/>
                  <a:pt x="2214375" y="0"/>
                </a:cubicBezTo>
                <a:close/>
              </a:path>
            </a:pathLst>
          </a:cu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6" name="任意多边形: 形状 15"/>
          <p:cNvSpPr/>
          <p:nvPr userDrawn="1">
            <p:custDataLst>
              <p:tags r:id="rId8"/>
            </p:custDataLst>
          </p:nvPr>
        </p:nvSpPr>
        <p:spPr>
          <a:xfrm rot="14289111" flipV="1">
            <a:off x="2873375" y="4203700"/>
            <a:ext cx="297180" cy="297180"/>
          </a:xfrm>
          <a:custGeom>
            <a:avLst/>
            <a:gdLst>
              <a:gd name="connsiteX0" fmla="*/ 1143616 w 1340074"/>
              <a:gd name="connsiteY0" fmla="*/ 673 h 1340221"/>
              <a:gd name="connsiteX1" fmla="*/ 1290347 w 1340074"/>
              <a:gd name="connsiteY1" fmla="*/ 49667 h 1340221"/>
              <a:gd name="connsiteX2" fmla="*/ 983706 w 1340074"/>
              <a:gd name="connsiteY2" fmla="*/ 986491 h 1340221"/>
              <a:gd name="connsiteX3" fmla="*/ 46887 w 1340074"/>
              <a:gd name="connsiteY3" fmla="*/ 1293135 h 1340221"/>
              <a:gd name="connsiteX4" fmla="*/ 353847 w 1340074"/>
              <a:gd name="connsiteY4" fmla="*/ 356629 h 1340221"/>
              <a:gd name="connsiteX5" fmla="*/ 1143616 w 1340074"/>
              <a:gd name="connsiteY5" fmla="*/ 673 h 1340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0074" h="1340221">
                <a:moveTo>
                  <a:pt x="1143616" y="673"/>
                </a:moveTo>
                <a:cubicBezTo>
                  <a:pt x="1210001" y="4125"/>
                  <a:pt x="1261500" y="20820"/>
                  <a:pt x="1290347" y="49667"/>
                </a:cubicBezTo>
                <a:cubicBezTo>
                  <a:pt x="1405736" y="165057"/>
                  <a:pt x="1327004" y="642872"/>
                  <a:pt x="983706" y="986491"/>
                </a:cubicBezTo>
                <a:cubicBezTo>
                  <a:pt x="640089" y="1329792"/>
                  <a:pt x="156220" y="1402468"/>
                  <a:pt x="46887" y="1293135"/>
                </a:cubicBezTo>
                <a:cubicBezTo>
                  <a:pt x="-62127" y="1184120"/>
                  <a:pt x="10549" y="699930"/>
                  <a:pt x="353847" y="356629"/>
                </a:cubicBezTo>
                <a:cubicBezTo>
                  <a:pt x="611321" y="99154"/>
                  <a:pt x="944459" y="-9681"/>
                  <a:pt x="1143616" y="673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9"/>
            </p:custDataLst>
          </p:nvPr>
        </p:nvSpPr>
        <p:spPr>
          <a:xfrm>
            <a:off x="2552065" y="3504565"/>
            <a:ext cx="1778635" cy="763905"/>
          </a:xfrm>
          <a:custGeom>
            <a:avLst/>
            <a:gdLst>
              <a:gd name="connsiteX0" fmla="*/ 1768510 w 1778558"/>
              <a:gd name="connsiteY0" fmla="*/ 0 h 763675"/>
              <a:gd name="connsiteX1" fmla="*/ 1105319 w 1778558"/>
              <a:gd name="connsiteY1" fmla="*/ 291402 h 763675"/>
              <a:gd name="connsiteX2" fmla="*/ 522514 w 1778558"/>
              <a:gd name="connsiteY2" fmla="*/ 572756 h 763675"/>
              <a:gd name="connsiteX3" fmla="*/ 0 w 1778558"/>
              <a:gd name="connsiteY3" fmla="*/ 653143 h 763675"/>
              <a:gd name="connsiteX4" fmla="*/ 462224 w 1778558"/>
              <a:gd name="connsiteY4" fmla="*/ 643094 h 763675"/>
              <a:gd name="connsiteX5" fmla="*/ 422031 w 1778558"/>
              <a:gd name="connsiteY5" fmla="*/ 763675 h 763675"/>
              <a:gd name="connsiteX6" fmla="*/ 663191 w 1778558"/>
              <a:gd name="connsiteY6" fmla="*/ 572756 h 763675"/>
              <a:gd name="connsiteX7" fmla="*/ 1778558 w 1778558"/>
              <a:gd name="connsiteY7" fmla="*/ 120580 h 763675"/>
              <a:gd name="connsiteX8" fmla="*/ 1768510 w 1778558"/>
              <a:gd name="connsiteY8" fmla="*/ 0 h 763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8558" h="763675">
                <a:moveTo>
                  <a:pt x="1768510" y="0"/>
                </a:moveTo>
                <a:lnTo>
                  <a:pt x="1105319" y="291402"/>
                </a:lnTo>
                <a:lnTo>
                  <a:pt x="522514" y="572756"/>
                </a:lnTo>
                <a:lnTo>
                  <a:pt x="0" y="653143"/>
                </a:lnTo>
                <a:lnTo>
                  <a:pt x="462224" y="643094"/>
                </a:lnTo>
                <a:lnTo>
                  <a:pt x="422031" y="763675"/>
                </a:lnTo>
                <a:lnTo>
                  <a:pt x="663191" y="572756"/>
                </a:lnTo>
                <a:lnTo>
                  <a:pt x="1778558" y="120580"/>
                </a:lnTo>
                <a:lnTo>
                  <a:pt x="176851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tree-swallow_92029"/>
          <p:cNvSpPr/>
          <p:nvPr userDrawn="1">
            <p:custDataLst>
              <p:tags r:id="rId10"/>
            </p:custDataLst>
          </p:nvPr>
        </p:nvSpPr>
        <p:spPr>
          <a:xfrm flipH="1">
            <a:off x="3123565" y="3270885"/>
            <a:ext cx="894080" cy="643255"/>
          </a:xfrm>
          <a:custGeom>
            <a:avLst/>
            <a:gdLst>
              <a:gd name="T0" fmla="*/ 4733 w 4752"/>
              <a:gd name="T1" fmla="*/ 735 h 3424"/>
              <a:gd name="T2" fmla="*/ 4564 w 4752"/>
              <a:gd name="T3" fmla="*/ 469 h 3424"/>
              <a:gd name="T4" fmla="*/ 3964 w 4752"/>
              <a:gd name="T5" fmla="*/ 0 h 3424"/>
              <a:gd name="T6" fmla="*/ 3788 w 4752"/>
              <a:gd name="T7" fmla="*/ 27 h 3424"/>
              <a:gd name="T8" fmla="*/ 3205 w 4752"/>
              <a:gd name="T9" fmla="*/ 526 h 3424"/>
              <a:gd name="T10" fmla="*/ 3084 w 4752"/>
              <a:gd name="T11" fmla="*/ 694 h 3424"/>
              <a:gd name="T12" fmla="*/ 2615 w 4752"/>
              <a:gd name="T13" fmla="*/ 1089 h 3424"/>
              <a:gd name="T14" fmla="*/ 2104 w 4752"/>
              <a:gd name="T15" fmla="*/ 1513 h 3424"/>
              <a:gd name="T16" fmla="*/ 1992 w 4752"/>
              <a:gd name="T17" fmla="*/ 1614 h 3424"/>
              <a:gd name="T18" fmla="*/ 1588 w 4752"/>
              <a:gd name="T19" fmla="*/ 2003 h 3424"/>
              <a:gd name="T20" fmla="*/ 1316 w 4752"/>
              <a:gd name="T21" fmla="*/ 2217 h 3424"/>
              <a:gd name="T22" fmla="*/ 1274 w 4752"/>
              <a:gd name="T23" fmla="*/ 2244 h 3424"/>
              <a:gd name="T24" fmla="*/ 1119 w 4752"/>
              <a:gd name="T25" fmla="*/ 2305 h 3424"/>
              <a:gd name="T26" fmla="*/ 977 w 4752"/>
              <a:gd name="T27" fmla="*/ 2357 h 3424"/>
              <a:gd name="T28" fmla="*/ 960 w 4752"/>
              <a:gd name="T29" fmla="*/ 2387 h 3424"/>
              <a:gd name="T30" fmla="*/ 972 w 4752"/>
              <a:gd name="T31" fmla="*/ 2416 h 3424"/>
              <a:gd name="T32" fmla="*/ 1158 w 4752"/>
              <a:gd name="T33" fmla="*/ 2504 h 3424"/>
              <a:gd name="T34" fmla="*/ 1134 w 4752"/>
              <a:gd name="T35" fmla="*/ 2519 h 3424"/>
              <a:gd name="T36" fmla="*/ 967 w 4752"/>
              <a:gd name="T37" fmla="*/ 2614 h 3424"/>
              <a:gd name="T38" fmla="*/ 4 w 4752"/>
              <a:gd name="T39" fmla="*/ 3308 h 3424"/>
              <a:gd name="T40" fmla="*/ 8 w 4752"/>
              <a:gd name="T41" fmla="*/ 3337 h 3424"/>
              <a:gd name="T42" fmla="*/ 58 w 4752"/>
              <a:gd name="T43" fmla="*/ 3349 h 3424"/>
              <a:gd name="T44" fmla="*/ 250 w 4752"/>
              <a:gd name="T45" fmla="*/ 3271 h 3424"/>
              <a:gd name="T46" fmla="*/ 145 w 4752"/>
              <a:gd name="T47" fmla="*/ 3373 h 3424"/>
              <a:gd name="T48" fmla="*/ 111 w 4752"/>
              <a:gd name="T49" fmla="*/ 3415 h 3424"/>
              <a:gd name="T50" fmla="*/ 115 w 4752"/>
              <a:gd name="T51" fmla="*/ 3424 h 3424"/>
              <a:gd name="T52" fmla="*/ 124 w 4752"/>
              <a:gd name="T53" fmla="*/ 3424 h 3424"/>
              <a:gd name="T54" fmla="*/ 126 w 4752"/>
              <a:gd name="T55" fmla="*/ 3424 h 3424"/>
              <a:gd name="T56" fmla="*/ 915 w 4752"/>
              <a:gd name="T57" fmla="*/ 3184 h 3424"/>
              <a:gd name="T58" fmla="*/ 1685 w 4752"/>
              <a:gd name="T59" fmla="*/ 2955 h 3424"/>
              <a:gd name="T60" fmla="*/ 1716 w 4752"/>
              <a:gd name="T61" fmla="*/ 2953 h 3424"/>
              <a:gd name="T62" fmla="*/ 1855 w 4752"/>
              <a:gd name="T63" fmla="*/ 2959 h 3424"/>
              <a:gd name="T64" fmla="*/ 2245 w 4752"/>
              <a:gd name="T65" fmla="*/ 2970 h 3424"/>
              <a:gd name="T66" fmla="*/ 3316 w 4752"/>
              <a:gd name="T67" fmla="*/ 2793 h 3424"/>
              <a:gd name="T68" fmla="*/ 4043 w 4752"/>
              <a:gd name="T69" fmla="*/ 2245 h 3424"/>
              <a:gd name="T70" fmla="*/ 4251 w 4752"/>
              <a:gd name="T71" fmla="*/ 1207 h 3424"/>
              <a:gd name="T72" fmla="*/ 4316 w 4752"/>
              <a:gd name="T73" fmla="*/ 1093 h 3424"/>
              <a:gd name="T74" fmla="*/ 4457 w 4752"/>
              <a:gd name="T75" fmla="*/ 842 h 3424"/>
              <a:gd name="T76" fmla="*/ 4592 w 4752"/>
              <a:gd name="T77" fmla="*/ 807 h 3424"/>
              <a:gd name="T78" fmla="*/ 4739 w 4752"/>
              <a:gd name="T79" fmla="*/ 771 h 3424"/>
              <a:gd name="T80" fmla="*/ 4750 w 4752"/>
              <a:gd name="T81" fmla="*/ 760 h 3424"/>
              <a:gd name="T82" fmla="*/ 4733 w 4752"/>
              <a:gd name="T83" fmla="*/ 735 h 3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752" h="3424">
                <a:moveTo>
                  <a:pt x="4733" y="735"/>
                </a:moveTo>
                <a:cubicBezTo>
                  <a:pt x="4699" y="709"/>
                  <a:pt x="4610" y="642"/>
                  <a:pt x="4564" y="469"/>
                </a:cubicBezTo>
                <a:cubicBezTo>
                  <a:pt x="4532" y="349"/>
                  <a:pt x="4321" y="0"/>
                  <a:pt x="3964" y="0"/>
                </a:cubicBezTo>
                <a:cubicBezTo>
                  <a:pt x="3907" y="0"/>
                  <a:pt x="3848" y="9"/>
                  <a:pt x="3788" y="27"/>
                </a:cubicBezTo>
                <a:cubicBezTo>
                  <a:pt x="3479" y="117"/>
                  <a:pt x="3334" y="335"/>
                  <a:pt x="3205" y="526"/>
                </a:cubicBezTo>
                <a:cubicBezTo>
                  <a:pt x="3164" y="588"/>
                  <a:pt x="3126" y="645"/>
                  <a:pt x="3084" y="694"/>
                </a:cubicBezTo>
                <a:cubicBezTo>
                  <a:pt x="3045" y="741"/>
                  <a:pt x="2836" y="910"/>
                  <a:pt x="2615" y="1089"/>
                </a:cubicBezTo>
                <a:cubicBezTo>
                  <a:pt x="2415" y="1251"/>
                  <a:pt x="2208" y="1418"/>
                  <a:pt x="2104" y="1513"/>
                </a:cubicBezTo>
                <a:cubicBezTo>
                  <a:pt x="2067" y="1547"/>
                  <a:pt x="2030" y="1581"/>
                  <a:pt x="1992" y="1614"/>
                </a:cubicBezTo>
                <a:cubicBezTo>
                  <a:pt x="1856" y="1737"/>
                  <a:pt x="1716" y="1863"/>
                  <a:pt x="1588" y="2003"/>
                </a:cubicBezTo>
                <a:cubicBezTo>
                  <a:pt x="1508" y="2091"/>
                  <a:pt x="1415" y="2152"/>
                  <a:pt x="1316" y="2217"/>
                </a:cubicBezTo>
                <a:cubicBezTo>
                  <a:pt x="1302" y="2226"/>
                  <a:pt x="1288" y="2235"/>
                  <a:pt x="1274" y="2244"/>
                </a:cubicBezTo>
                <a:cubicBezTo>
                  <a:pt x="1227" y="2276"/>
                  <a:pt x="1172" y="2291"/>
                  <a:pt x="1119" y="2305"/>
                </a:cubicBezTo>
                <a:cubicBezTo>
                  <a:pt x="1071" y="2318"/>
                  <a:pt x="1022" y="2332"/>
                  <a:pt x="977" y="2357"/>
                </a:cubicBezTo>
                <a:cubicBezTo>
                  <a:pt x="967" y="2363"/>
                  <a:pt x="961" y="2374"/>
                  <a:pt x="960" y="2387"/>
                </a:cubicBezTo>
                <a:cubicBezTo>
                  <a:pt x="959" y="2398"/>
                  <a:pt x="964" y="2409"/>
                  <a:pt x="972" y="2416"/>
                </a:cubicBezTo>
                <a:cubicBezTo>
                  <a:pt x="1022" y="2453"/>
                  <a:pt x="1086" y="2484"/>
                  <a:pt x="1158" y="2504"/>
                </a:cubicBezTo>
                <a:cubicBezTo>
                  <a:pt x="1149" y="2510"/>
                  <a:pt x="1141" y="2514"/>
                  <a:pt x="1134" y="2519"/>
                </a:cubicBezTo>
                <a:cubicBezTo>
                  <a:pt x="1102" y="2539"/>
                  <a:pt x="1042" y="2572"/>
                  <a:pt x="967" y="2614"/>
                </a:cubicBezTo>
                <a:cubicBezTo>
                  <a:pt x="655" y="2787"/>
                  <a:pt x="74" y="3110"/>
                  <a:pt x="4" y="3308"/>
                </a:cubicBezTo>
                <a:cubicBezTo>
                  <a:pt x="0" y="3318"/>
                  <a:pt x="2" y="3328"/>
                  <a:pt x="8" y="3337"/>
                </a:cubicBezTo>
                <a:cubicBezTo>
                  <a:pt x="18" y="3352"/>
                  <a:pt x="41" y="3358"/>
                  <a:pt x="58" y="3349"/>
                </a:cubicBezTo>
                <a:cubicBezTo>
                  <a:pt x="181" y="3290"/>
                  <a:pt x="231" y="3274"/>
                  <a:pt x="250" y="3271"/>
                </a:cubicBezTo>
                <a:cubicBezTo>
                  <a:pt x="236" y="3295"/>
                  <a:pt x="171" y="3351"/>
                  <a:pt x="145" y="3373"/>
                </a:cubicBezTo>
                <a:cubicBezTo>
                  <a:pt x="109" y="3405"/>
                  <a:pt x="108" y="3405"/>
                  <a:pt x="111" y="3415"/>
                </a:cubicBezTo>
                <a:lnTo>
                  <a:pt x="115" y="3424"/>
                </a:lnTo>
                <a:lnTo>
                  <a:pt x="124" y="3424"/>
                </a:lnTo>
                <a:lnTo>
                  <a:pt x="126" y="3424"/>
                </a:lnTo>
                <a:cubicBezTo>
                  <a:pt x="377" y="3383"/>
                  <a:pt x="651" y="3282"/>
                  <a:pt x="915" y="3184"/>
                </a:cubicBezTo>
                <a:cubicBezTo>
                  <a:pt x="1192" y="3082"/>
                  <a:pt x="1453" y="2985"/>
                  <a:pt x="1685" y="2955"/>
                </a:cubicBezTo>
                <a:cubicBezTo>
                  <a:pt x="1692" y="2954"/>
                  <a:pt x="1702" y="2953"/>
                  <a:pt x="1716" y="2953"/>
                </a:cubicBezTo>
                <a:cubicBezTo>
                  <a:pt x="1748" y="2953"/>
                  <a:pt x="1795" y="2956"/>
                  <a:pt x="1855" y="2959"/>
                </a:cubicBezTo>
                <a:cubicBezTo>
                  <a:pt x="1955" y="2963"/>
                  <a:pt x="2092" y="2970"/>
                  <a:pt x="2245" y="2970"/>
                </a:cubicBezTo>
                <a:cubicBezTo>
                  <a:pt x="2693" y="2970"/>
                  <a:pt x="3054" y="2911"/>
                  <a:pt x="3316" y="2793"/>
                </a:cubicBezTo>
                <a:cubicBezTo>
                  <a:pt x="3669" y="2635"/>
                  <a:pt x="3893" y="2466"/>
                  <a:pt x="4043" y="2245"/>
                </a:cubicBezTo>
                <a:cubicBezTo>
                  <a:pt x="4221" y="1983"/>
                  <a:pt x="4289" y="1643"/>
                  <a:pt x="4251" y="1207"/>
                </a:cubicBezTo>
                <a:cubicBezTo>
                  <a:pt x="4248" y="1180"/>
                  <a:pt x="4280" y="1139"/>
                  <a:pt x="4316" y="1093"/>
                </a:cubicBezTo>
                <a:cubicBezTo>
                  <a:pt x="4366" y="1028"/>
                  <a:pt x="4429" y="947"/>
                  <a:pt x="4457" y="842"/>
                </a:cubicBezTo>
                <a:cubicBezTo>
                  <a:pt x="4488" y="831"/>
                  <a:pt x="4539" y="819"/>
                  <a:pt x="4592" y="807"/>
                </a:cubicBezTo>
                <a:cubicBezTo>
                  <a:pt x="4642" y="796"/>
                  <a:pt x="4692" y="785"/>
                  <a:pt x="4739" y="771"/>
                </a:cubicBezTo>
                <a:cubicBezTo>
                  <a:pt x="4745" y="769"/>
                  <a:pt x="4749" y="765"/>
                  <a:pt x="4750" y="760"/>
                </a:cubicBezTo>
                <a:cubicBezTo>
                  <a:pt x="4752" y="750"/>
                  <a:pt x="4745" y="744"/>
                  <a:pt x="4733" y="735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任意多边形: 形状 20"/>
          <p:cNvSpPr/>
          <p:nvPr userDrawn="1">
            <p:custDataLst>
              <p:tags r:id="rId11"/>
            </p:custDataLst>
          </p:nvPr>
        </p:nvSpPr>
        <p:spPr>
          <a:xfrm>
            <a:off x="1496060" y="2996565"/>
            <a:ext cx="1364615" cy="1185545"/>
          </a:xfrm>
          <a:custGeom>
            <a:avLst/>
            <a:gdLst>
              <a:gd name="connsiteX0" fmla="*/ 548838 w 1364681"/>
              <a:gd name="connsiteY0" fmla="*/ 773663 h 1185358"/>
              <a:gd name="connsiteX1" fmla="*/ 549308 w 1364681"/>
              <a:gd name="connsiteY1" fmla="*/ 776172 h 1185358"/>
              <a:gd name="connsiteX2" fmla="*/ 549111 w 1364681"/>
              <a:gd name="connsiteY2" fmla="*/ 776736 h 1185358"/>
              <a:gd name="connsiteX3" fmla="*/ 259537 w 1364681"/>
              <a:gd name="connsiteY3" fmla="*/ 0 h 1185358"/>
              <a:gd name="connsiteX4" fmla="*/ 289170 w 1364681"/>
              <a:gd name="connsiteY4" fmla="*/ 257608 h 1185358"/>
              <a:gd name="connsiteX5" fmla="*/ 266509 w 1364681"/>
              <a:gd name="connsiteY5" fmla="*/ 492589 h 1185358"/>
              <a:gd name="connsiteX6" fmla="*/ 332747 w 1364681"/>
              <a:gd name="connsiteY6" fmla="*/ 610949 h 1185358"/>
              <a:gd name="connsiteX7" fmla="*/ 367610 w 1364681"/>
              <a:gd name="connsiteY7" fmla="*/ 429927 h 1185358"/>
              <a:gd name="connsiteX8" fmla="*/ 461738 w 1364681"/>
              <a:gd name="connsiteY8" fmla="*/ 186244 h 1185358"/>
              <a:gd name="connsiteX9" fmla="*/ 432105 w 1364681"/>
              <a:gd name="connsiteY9" fmla="*/ 445593 h 1185358"/>
              <a:gd name="connsiteX10" fmla="*/ 358894 w 1364681"/>
              <a:gd name="connsiteY10" fmla="*/ 663167 h 1185358"/>
              <a:gd name="connsiteX11" fmla="*/ 446050 w 1364681"/>
              <a:gd name="connsiteY11" fmla="*/ 1009545 h 1185358"/>
              <a:gd name="connsiteX12" fmla="*/ 527976 w 1364681"/>
              <a:gd name="connsiteY12" fmla="*/ 833745 h 1185358"/>
              <a:gd name="connsiteX13" fmla="*/ 524490 w 1364681"/>
              <a:gd name="connsiteY13" fmla="*/ 828523 h 1185358"/>
              <a:gd name="connsiteX14" fmla="*/ 534948 w 1364681"/>
              <a:gd name="connsiteY14" fmla="*/ 816339 h 1185358"/>
              <a:gd name="connsiteX15" fmla="*/ 545843 w 1364681"/>
              <a:gd name="connsiteY15" fmla="*/ 786096 h 1185358"/>
              <a:gd name="connsiteX16" fmla="*/ 549111 w 1364681"/>
              <a:gd name="connsiteY16" fmla="*/ 776736 h 1185358"/>
              <a:gd name="connsiteX17" fmla="*/ 549111 w 1364681"/>
              <a:gd name="connsiteY17" fmla="*/ 776741 h 1185358"/>
              <a:gd name="connsiteX18" fmla="*/ 549674 w 1364681"/>
              <a:gd name="connsiteY18" fmla="*/ 778130 h 1185358"/>
              <a:gd name="connsiteX19" fmla="*/ 550636 w 1364681"/>
              <a:gd name="connsiteY19" fmla="*/ 783268 h 1185358"/>
              <a:gd name="connsiteX20" fmla="*/ 551426 w 1364681"/>
              <a:gd name="connsiteY20" fmla="*/ 782452 h 1185358"/>
              <a:gd name="connsiteX21" fmla="*/ 549674 w 1364681"/>
              <a:gd name="connsiteY21" fmla="*/ 778130 h 1185358"/>
              <a:gd name="connsiteX22" fmla="*/ 549308 w 1364681"/>
              <a:gd name="connsiteY22" fmla="*/ 776172 h 1185358"/>
              <a:gd name="connsiteX23" fmla="*/ 554123 w 1364681"/>
              <a:gd name="connsiteY23" fmla="*/ 762381 h 1185358"/>
              <a:gd name="connsiteX24" fmla="*/ 548430 w 1364681"/>
              <a:gd name="connsiteY24" fmla="*/ 769071 h 1185358"/>
              <a:gd name="connsiteX25" fmla="*/ 548838 w 1364681"/>
              <a:gd name="connsiteY25" fmla="*/ 773663 h 1185358"/>
              <a:gd name="connsiteX26" fmla="*/ 547940 w 1364681"/>
              <a:gd name="connsiteY26" fmla="*/ 768867 h 1185358"/>
              <a:gd name="connsiteX27" fmla="*/ 780727 w 1364681"/>
              <a:gd name="connsiteY27" fmla="*/ 428187 h 1185358"/>
              <a:gd name="connsiteX28" fmla="*/ 1113661 w 1364681"/>
              <a:gd name="connsiteY28" fmla="*/ 161876 h 1185358"/>
              <a:gd name="connsiteX29" fmla="*/ 859167 w 1364681"/>
              <a:gd name="connsiteY29" fmla="*/ 503032 h 1185358"/>
              <a:gd name="connsiteX30" fmla="*/ 561095 w 1364681"/>
              <a:gd name="connsiteY30" fmla="*/ 758900 h 1185358"/>
              <a:gd name="connsiteX31" fmla="*/ 559352 w 1364681"/>
              <a:gd name="connsiteY31" fmla="*/ 804155 h 1185358"/>
              <a:gd name="connsiteX32" fmla="*/ 939350 w 1364681"/>
              <a:gd name="connsiteY32" fmla="*/ 741494 h 1185358"/>
              <a:gd name="connsiteX33" fmla="*/ 1364669 w 1364681"/>
              <a:gd name="connsiteY33" fmla="*/ 760640 h 1185358"/>
              <a:gd name="connsiteX34" fmla="*/ 948066 w 1364681"/>
              <a:gd name="connsiteY34" fmla="*/ 849411 h 1185358"/>
              <a:gd name="connsiteX35" fmla="*/ 554123 w 1364681"/>
              <a:gd name="connsiteY35" fmla="*/ 845929 h 1185358"/>
              <a:gd name="connsiteX36" fmla="*/ 442564 w 1364681"/>
              <a:gd name="connsiteY36" fmla="*/ 1127906 h 1185358"/>
              <a:gd name="connsiteX37" fmla="*/ 442564 w 1364681"/>
              <a:gd name="connsiteY37" fmla="*/ 1126165 h 1185358"/>
              <a:gd name="connsiteX38" fmla="*/ 433782 w 1364681"/>
              <a:gd name="connsiteY38" fmla="*/ 1185358 h 1185358"/>
              <a:gd name="connsiteX39" fmla="*/ 409926 w 1364681"/>
              <a:gd name="connsiteY39" fmla="*/ 1173146 h 1185358"/>
              <a:gd name="connsiteX40" fmla="*/ 308758 w 1364681"/>
              <a:gd name="connsiteY40" fmla="*/ 1101219 h 1185358"/>
              <a:gd name="connsiteX41" fmla="*/ 306177 w 1364681"/>
              <a:gd name="connsiteY41" fmla="*/ 1098759 h 1185358"/>
              <a:gd name="connsiteX42" fmla="*/ 306601 w 1364681"/>
              <a:gd name="connsiteY42" fmla="*/ 1094345 h 1185358"/>
              <a:gd name="connsiteX43" fmla="*/ 212473 w 1364681"/>
              <a:gd name="connsiteY43" fmla="*/ 985177 h 1185358"/>
              <a:gd name="connsiteX44" fmla="*/ 184408 w 1364681"/>
              <a:gd name="connsiteY44" fmla="*/ 971573 h 1185358"/>
              <a:gd name="connsiteX45" fmla="*/ 142558 w 1364681"/>
              <a:gd name="connsiteY45" fmla="*/ 918310 h 1185358"/>
              <a:gd name="connsiteX46" fmla="*/ 92255 w 1364681"/>
              <a:gd name="connsiteY46" fmla="*/ 830791 h 1185358"/>
              <a:gd name="connsiteX47" fmla="*/ 183494 w 1364681"/>
              <a:gd name="connsiteY47" fmla="*/ 890967 h 1185358"/>
              <a:gd name="connsiteX48" fmla="*/ 317059 w 1364681"/>
              <a:gd name="connsiteY48" fmla="*/ 939922 h 1185358"/>
              <a:gd name="connsiteX49" fmla="*/ 184583 w 1364681"/>
              <a:gd name="connsiteY49" fmla="*/ 428187 h 1185358"/>
              <a:gd name="connsiteX50" fmla="*/ 184583 w 1364681"/>
              <a:gd name="connsiteY50" fmla="*/ 429927 h 1185358"/>
              <a:gd name="connsiteX51" fmla="*/ 3681 w 1364681"/>
              <a:gd name="connsiteY51" fmla="*/ 380483 h 1185358"/>
              <a:gd name="connsiteX52" fmla="*/ 0 w 1364681"/>
              <a:gd name="connsiteY52" fmla="*/ 378767 h 1185358"/>
              <a:gd name="connsiteX53" fmla="*/ 5499 w 1364681"/>
              <a:gd name="connsiteY53" fmla="*/ 306086 h 1185358"/>
              <a:gd name="connsiteX54" fmla="*/ 6479 w 1364681"/>
              <a:gd name="connsiteY54" fmla="*/ 301836 h 1185358"/>
              <a:gd name="connsiteX55" fmla="*/ 21248 w 1364681"/>
              <a:gd name="connsiteY55" fmla="*/ 309554 h 1185358"/>
              <a:gd name="connsiteX56" fmla="*/ 179354 w 1364681"/>
              <a:gd name="connsiteY56" fmla="*/ 417743 h 1185358"/>
              <a:gd name="connsiteX57" fmla="*/ 161923 w 1364681"/>
              <a:gd name="connsiteY57" fmla="*/ 363785 h 1185358"/>
              <a:gd name="connsiteX58" fmla="*/ 76864 w 1364681"/>
              <a:gd name="connsiteY58" fmla="*/ 223531 h 1185358"/>
              <a:gd name="connsiteX59" fmla="*/ 45093 w 1364681"/>
              <a:gd name="connsiteY59" fmla="*/ 153773 h 1185358"/>
              <a:gd name="connsiteX60" fmla="*/ 78906 w 1364681"/>
              <a:gd name="connsiteY60" fmla="*/ 67954 h 1185358"/>
              <a:gd name="connsiteX61" fmla="*/ 102657 w 1364681"/>
              <a:gd name="connsiteY61" fmla="*/ 120101 h 1185358"/>
              <a:gd name="connsiteX62" fmla="*/ 177611 w 1364681"/>
              <a:gd name="connsiteY62" fmla="*/ 358563 h 1185358"/>
              <a:gd name="connsiteX63" fmla="*/ 231647 w 1364681"/>
              <a:gd name="connsiteY63" fmla="*/ 436890 h 1185358"/>
              <a:gd name="connsiteX64" fmla="*/ 224675 w 1364681"/>
              <a:gd name="connsiteY64" fmla="*/ 257608 h 1185358"/>
              <a:gd name="connsiteX65" fmla="*/ 259537 w 1364681"/>
              <a:gd name="connsiteY65" fmla="*/ 0 h 1185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364681" h="1185358">
                <a:moveTo>
                  <a:pt x="548838" y="773663"/>
                </a:moveTo>
                <a:lnTo>
                  <a:pt x="549308" y="776172"/>
                </a:lnTo>
                <a:lnTo>
                  <a:pt x="549111" y="776736"/>
                </a:lnTo>
                <a:close/>
                <a:moveTo>
                  <a:pt x="259537" y="0"/>
                </a:moveTo>
                <a:cubicBezTo>
                  <a:pt x="278711" y="0"/>
                  <a:pt x="290913" y="114879"/>
                  <a:pt x="289170" y="257608"/>
                </a:cubicBezTo>
                <a:cubicBezTo>
                  <a:pt x="289170" y="363785"/>
                  <a:pt x="278711" y="452555"/>
                  <a:pt x="266509" y="492589"/>
                </a:cubicBezTo>
                <a:cubicBezTo>
                  <a:pt x="292656" y="532622"/>
                  <a:pt x="313573" y="572656"/>
                  <a:pt x="332747" y="610949"/>
                </a:cubicBezTo>
                <a:cubicBezTo>
                  <a:pt x="337977" y="563953"/>
                  <a:pt x="350179" y="499551"/>
                  <a:pt x="367610" y="429927"/>
                </a:cubicBezTo>
                <a:cubicBezTo>
                  <a:pt x="402472" y="290680"/>
                  <a:pt x="444307" y="182763"/>
                  <a:pt x="461738" y="186244"/>
                </a:cubicBezTo>
                <a:cubicBezTo>
                  <a:pt x="479169" y="191466"/>
                  <a:pt x="465224" y="306345"/>
                  <a:pt x="432105" y="445593"/>
                </a:cubicBezTo>
                <a:cubicBezTo>
                  <a:pt x="407701" y="543066"/>
                  <a:pt x="379812" y="624874"/>
                  <a:pt x="358894" y="663167"/>
                </a:cubicBezTo>
                <a:cubicBezTo>
                  <a:pt x="411188" y="779787"/>
                  <a:pt x="442564" y="891185"/>
                  <a:pt x="446050" y="1009545"/>
                </a:cubicBezTo>
                <a:cubicBezTo>
                  <a:pt x="479169" y="957328"/>
                  <a:pt x="508802" y="889444"/>
                  <a:pt x="527976" y="833745"/>
                </a:cubicBezTo>
                <a:cubicBezTo>
                  <a:pt x="526233" y="832005"/>
                  <a:pt x="524490" y="832005"/>
                  <a:pt x="524490" y="828523"/>
                </a:cubicBezTo>
                <a:cubicBezTo>
                  <a:pt x="524490" y="825042"/>
                  <a:pt x="527976" y="821561"/>
                  <a:pt x="534948" y="816339"/>
                </a:cubicBezTo>
                <a:cubicBezTo>
                  <a:pt x="539306" y="805025"/>
                  <a:pt x="542792" y="795017"/>
                  <a:pt x="545843" y="786096"/>
                </a:cubicBezTo>
                <a:lnTo>
                  <a:pt x="549111" y="776736"/>
                </a:lnTo>
                <a:lnTo>
                  <a:pt x="549111" y="776741"/>
                </a:lnTo>
                <a:lnTo>
                  <a:pt x="549674" y="778130"/>
                </a:lnTo>
                <a:lnTo>
                  <a:pt x="550636" y="783268"/>
                </a:lnTo>
                <a:cubicBezTo>
                  <a:pt x="551944" y="784138"/>
                  <a:pt x="551944" y="783703"/>
                  <a:pt x="551426" y="782452"/>
                </a:cubicBezTo>
                <a:lnTo>
                  <a:pt x="549674" y="778130"/>
                </a:lnTo>
                <a:lnTo>
                  <a:pt x="549308" y="776172"/>
                </a:lnTo>
                <a:lnTo>
                  <a:pt x="554123" y="762381"/>
                </a:lnTo>
                <a:cubicBezTo>
                  <a:pt x="550636" y="764121"/>
                  <a:pt x="549002" y="766515"/>
                  <a:pt x="548430" y="769071"/>
                </a:cubicBezTo>
                <a:lnTo>
                  <a:pt x="548838" y="773663"/>
                </a:lnTo>
                <a:lnTo>
                  <a:pt x="547940" y="768867"/>
                </a:lnTo>
                <a:cubicBezTo>
                  <a:pt x="553469" y="720607"/>
                  <a:pt x="640407" y="574396"/>
                  <a:pt x="780727" y="428187"/>
                </a:cubicBezTo>
                <a:cubicBezTo>
                  <a:pt x="942836" y="261089"/>
                  <a:pt x="1092744" y="142729"/>
                  <a:pt x="1113661" y="161876"/>
                </a:cubicBezTo>
                <a:cubicBezTo>
                  <a:pt x="1134578" y="182763"/>
                  <a:pt x="1021276" y="335935"/>
                  <a:pt x="859167" y="503032"/>
                </a:cubicBezTo>
                <a:cubicBezTo>
                  <a:pt x="735406" y="630096"/>
                  <a:pt x="618618" y="729310"/>
                  <a:pt x="561095" y="758900"/>
                </a:cubicBezTo>
                <a:cubicBezTo>
                  <a:pt x="561095" y="774565"/>
                  <a:pt x="561095" y="790230"/>
                  <a:pt x="559352" y="804155"/>
                </a:cubicBezTo>
                <a:cubicBezTo>
                  <a:pt x="623847" y="781527"/>
                  <a:pt x="770268" y="755418"/>
                  <a:pt x="939350" y="741494"/>
                </a:cubicBezTo>
                <a:cubicBezTo>
                  <a:pt x="1172927" y="722347"/>
                  <a:pt x="1362926" y="732791"/>
                  <a:pt x="1364669" y="760640"/>
                </a:cubicBezTo>
                <a:cubicBezTo>
                  <a:pt x="1366412" y="790230"/>
                  <a:pt x="1181642" y="830264"/>
                  <a:pt x="948066" y="849411"/>
                </a:cubicBezTo>
                <a:cubicBezTo>
                  <a:pt x="768525" y="863335"/>
                  <a:pt x="616875" y="861595"/>
                  <a:pt x="554123" y="845929"/>
                </a:cubicBezTo>
                <a:cubicBezTo>
                  <a:pt x="527976" y="990399"/>
                  <a:pt x="442564" y="1127906"/>
                  <a:pt x="442564" y="1127906"/>
                </a:cubicBezTo>
                <a:lnTo>
                  <a:pt x="442564" y="1126165"/>
                </a:lnTo>
                <a:lnTo>
                  <a:pt x="433782" y="1185358"/>
                </a:lnTo>
                <a:lnTo>
                  <a:pt x="409926" y="1173146"/>
                </a:lnTo>
                <a:cubicBezTo>
                  <a:pt x="374439" y="1151583"/>
                  <a:pt x="340635" y="1127527"/>
                  <a:pt x="308758" y="1101219"/>
                </a:cubicBezTo>
                <a:lnTo>
                  <a:pt x="306177" y="1098759"/>
                </a:lnTo>
                <a:lnTo>
                  <a:pt x="306601" y="1094345"/>
                </a:lnTo>
                <a:cubicBezTo>
                  <a:pt x="303659" y="1045228"/>
                  <a:pt x="275225" y="1011286"/>
                  <a:pt x="212473" y="985177"/>
                </a:cubicBezTo>
                <a:lnTo>
                  <a:pt x="184408" y="971573"/>
                </a:lnTo>
                <a:lnTo>
                  <a:pt x="142558" y="918310"/>
                </a:lnTo>
                <a:lnTo>
                  <a:pt x="92255" y="830791"/>
                </a:lnTo>
                <a:lnTo>
                  <a:pt x="183494" y="890967"/>
                </a:lnTo>
                <a:cubicBezTo>
                  <a:pt x="258665" y="937746"/>
                  <a:pt x="315316" y="965160"/>
                  <a:pt x="317059" y="939922"/>
                </a:cubicBezTo>
                <a:cubicBezTo>
                  <a:pt x="317059" y="778046"/>
                  <a:pt x="243849" y="595284"/>
                  <a:pt x="184583" y="428187"/>
                </a:cubicBezTo>
                <a:cubicBezTo>
                  <a:pt x="184583" y="429927"/>
                  <a:pt x="184583" y="429927"/>
                  <a:pt x="184583" y="429927"/>
                </a:cubicBezTo>
                <a:cubicBezTo>
                  <a:pt x="176739" y="444287"/>
                  <a:pt x="103202" y="423400"/>
                  <a:pt x="3681" y="380483"/>
                </a:cubicBezTo>
                <a:lnTo>
                  <a:pt x="0" y="378767"/>
                </a:lnTo>
                <a:lnTo>
                  <a:pt x="5499" y="306086"/>
                </a:lnTo>
                <a:lnTo>
                  <a:pt x="6479" y="301836"/>
                </a:lnTo>
                <a:lnTo>
                  <a:pt x="21248" y="309554"/>
                </a:lnTo>
                <a:cubicBezTo>
                  <a:pt x="103855" y="355408"/>
                  <a:pt x="163666" y="396856"/>
                  <a:pt x="179354" y="417743"/>
                </a:cubicBezTo>
                <a:cubicBezTo>
                  <a:pt x="174124" y="400337"/>
                  <a:pt x="167152" y="382931"/>
                  <a:pt x="161923" y="363785"/>
                </a:cubicBezTo>
                <a:cubicBezTo>
                  <a:pt x="143620" y="348119"/>
                  <a:pt x="111590" y="295249"/>
                  <a:pt x="76864" y="223531"/>
                </a:cubicBezTo>
                <a:lnTo>
                  <a:pt x="45093" y="153773"/>
                </a:lnTo>
                <a:lnTo>
                  <a:pt x="78906" y="67954"/>
                </a:lnTo>
                <a:lnTo>
                  <a:pt x="102657" y="120101"/>
                </a:lnTo>
                <a:cubicBezTo>
                  <a:pt x="149721" y="229759"/>
                  <a:pt x="179354" y="325491"/>
                  <a:pt x="177611" y="358563"/>
                </a:cubicBezTo>
                <a:cubicBezTo>
                  <a:pt x="195042" y="384672"/>
                  <a:pt x="214216" y="410781"/>
                  <a:pt x="231647" y="436890"/>
                </a:cubicBezTo>
                <a:cubicBezTo>
                  <a:pt x="226418" y="391634"/>
                  <a:pt x="222932" y="327232"/>
                  <a:pt x="224675" y="257608"/>
                </a:cubicBezTo>
                <a:cubicBezTo>
                  <a:pt x="224675" y="114879"/>
                  <a:pt x="242106" y="0"/>
                  <a:pt x="259537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22" name="直接连接符 21"/>
          <p:cNvCxnSpPr/>
          <p:nvPr userDrawn="1">
            <p:custDataLst>
              <p:tags r:id="rId12"/>
            </p:custDataLst>
          </p:nvPr>
        </p:nvCxnSpPr>
        <p:spPr>
          <a:xfrm>
            <a:off x="717619" y="0"/>
            <a:ext cx="0" cy="6858000"/>
          </a:xfrm>
          <a:prstGeom prst="line">
            <a:avLst/>
          </a:prstGeom>
          <a:ln w="25400">
            <a:solidFill>
              <a:srgbClr val="F4ED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直接连接符 22"/>
          <p:cNvCxnSpPr/>
          <p:nvPr userDrawn="1">
            <p:custDataLst>
              <p:tags r:id="rId13"/>
            </p:custDataLst>
          </p:nvPr>
        </p:nvCxnSpPr>
        <p:spPr>
          <a:xfrm>
            <a:off x="0" y="1581909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0" y="3690613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0" y="5799317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日期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5078942" y="1651000"/>
            <a:ext cx="6097058" cy="4572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17"/>
            </p:custDataLst>
          </p:nvPr>
        </p:nvSpPr>
        <p:spPr>
          <a:xfrm>
            <a:off x="4823354" y="2159000"/>
            <a:ext cx="6352646" cy="2540000"/>
          </a:xfrm>
          <a:ln w="25400">
            <a:noFill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ln>
                  <a:noFill/>
                </a:ln>
                <a:solidFill>
                  <a:srgbClr val="FFFFFF"/>
                </a:solidFill>
                <a:latin typeface="+mj-ea"/>
                <a:ea typeface="+mj-ea"/>
                <a:cs typeface="+mj-cs"/>
              </a:defRPr>
            </a:lvl1pPr>
          </a:lstStyle>
          <a:p>
            <a:pPr lvl="0"/>
            <a:r>
              <a:rPr dirty="0">
                <a:sym typeface="+mn-ea"/>
              </a:rPr>
              <a:t>单击此处
添加文档标题</a:t>
            </a:r>
            <a:endParaRPr dirty="0">
              <a:sym typeface="+mn-ea"/>
            </a:endParaRPr>
          </a:p>
        </p:txBody>
      </p:sp>
      <p:sp>
        <p:nvSpPr>
          <p:cNvPr id="27" name="署名占位符 10"/>
          <p:cNvSpPr>
            <a:spLocks noGrp="1"/>
          </p:cNvSpPr>
          <p:nvPr>
            <p:ph type="body" sz="quarter" idx="16390" hasCustomPrompt="1"/>
            <p:custDataLst>
              <p:tags r:id="rId18"/>
            </p:custDataLst>
          </p:nvPr>
        </p:nvSpPr>
        <p:spPr>
          <a:xfrm>
            <a:off x="8635118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+mj-lt"/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717619" y="0"/>
            <a:ext cx="0" cy="6858000"/>
          </a:xfrm>
          <a:prstGeom prst="line">
            <a:avLst/>
          </a:prstGeom>
          <a:ln w="25400">
            <a:solidFill>
              <a:srgbClr val="F4ED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直接连接符 10"/>
          <p:cNvCxnSpPr/>
          <p:nvPr userDrawn="1">
            <p:custDataLst>
              <p:tags r:id="rId4"/>
            </p:custDataLst>
          </p:nvPr>
        </p:nvCxnSpPr>
        <p:spPr>
          <a:xfrm>
            <a:off x="0" y="1581909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直接连接符 11"/>
          <p:cNvCxnSpPr/>
          <p:nvPr userDrawn="1">
            <p:custDataLst>
              <p:tags r:id="rId5"/>
            </p:custDataLst>
          </p:nvPr>
        </p:nvCxnSpPr>
        <p:spPr>
          <a:xfrm>
            <a:off x="0" y="3690613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12"/>
          <p:cNvCxnSpPr/>
          <p:nvPr userDrawn="1">
            <p:custDataLst>
              <p:tags r:id="rId6"/>
            </p:custDataLst>
          </p:nvPr>
        </p:nvCxnSpPr>
        <p:spPr>
          <a:xfrm>
            <a:off x="0" y="5799317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任意多边形: 形状 15"/>
          <p:cNvSpPr/>
          <p:nvPr userDrawn="1">
            <p:custDataLst>
              <p:tags r:id="rId7"/>
            </p:custDataLst>
          </p:nvPr>
        </p:nvSpPr>
        <p:spPr>
          <a:xfrm>
            <a:off x="8472170" y="2013585"/>
            <a:ext cx="2813050" cy="2831465"/>
          </a:xfrm>
          <a:custGeom>
            <a:avLst/>
            <a:gdLst>
              <a:gd name="connsiteX0" fmla="*/ 2214375 w 4462562"/>
              <a:gd name="connsiteY0" fmla="*/ 0 h 4491272"/>
              <a:gd name="connsiteX1" fmla="*/ 3472290 w 4462562"/>
              <a:gd name="connsiteY1" fmla="*/ 833802 h 4491272"/>
              <a:gd name="connsiteX2" fmla="*/ 3516123 w 4462562"/>
              <a:gd name="connsiteY2" fmla="*/ 953561 h 4491272"/>
              <a:gd name="connsiteX3" fmla="*/ 3628760 w 4462562"/>
              <a:gd name="connsiteY3" fmla="*/ 994787 h 4491272"/>
              <a:gd name="connsiteX4" fmla="*/ 4462562 w 4462562"/>
              <a:gd name="connsiteY4" fmla="*/ 2252702 h 4491272"/>
              <a:gd name="connsiteX5" fmla="*/ 3628761 w 4462562"/>
              <a:gd name="connsiteY5" fmla="*/ 3510617 h 4491272"/>
              <a:gd name="connsiteX6" fmla="*/ 3510150 w 4462562"/>
              <a:gd name="connsiteY6" fmla="*/ 3554029 h 4491272"/>
              <a:gd name="connsiteX7" fmla="*/ 3472290 w 4462562"/>
              <a:gd name="connsiteY7" fmla="*/ 3657470 h 4491272"/>
              <a:gd name="connsiteX8" fmla="*/ 2214375 w 4462562"/>
              <a:gd name="connsiteY8" fmla="*/ 4491272 h 4491272"/>
              <a:gd name="connsiteX9" fmla="*/ 956460 w 4462562"/>
              <a:gd name="connsiteY9" fmla="*/ 3657470 h 4491272"/>
              <a:gd name="connsiteX10" fmla="*/ 913370 w 4462562"/>
              <a:gd name="connsiteY10" fmla="*/ 3539739 h 4491272"/>
              <a:gd name="connsiteX11" fmla="*/ 833802 w 4462562"/>
              <a:gd name="connsiteY11" fmla="*/ 3510617 h 4491272"/>
              <a:gd name="connsiteX12" fmla="*/ 0 w 4462562"/>
              <a:gd name="connsiteY12" fmla="*/ 2252702 h 4491272"/>
              <a:gd name="connsiteX13" fmla="*/ 833802 w 4462562"/>
              <a:gd name="connsiteY13" fmla="*/ 994787 h 4491272"/>
              <a:gd name="connsiteX14" fmla="*/ 908434 w 4462562"/>
              <a:gd name="connsiteY14" fmla="*/ 967472 h 4491272"/>
              <a:gd name="connsiteX15" fmla="*/ 910553 w 4462562"/>
              <a:gd name="connsiteY15" fmla="*/ 959231 h 4491272"/>
              <a:gd name="connsiteX16" fmla="*/ 2214375 w 4462562"/>
              <a:gd name="connsiteY16" fmla="*/ 0 h 44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2562" h="4491272">
                <a:moveTo>
                  <a:pt x="2214375" y="0"/>
                </a:moveTo>
                <a:cubicBezTo>
                  <a:pt x="2779860" y="0"/>
                  <a:pt x="3265042" y="343811"/>
                  <a:pt x="3472290" y="833802"/>
                </a:cubicBezTo>
                <a:lnTo>
                  <a:pt x="3516123" y="953561"/>
                </a:lnTo>
                <a:lnTo>
                  <a:pt x="3628760" y="994787"/>
                </a:lnTo>
                <a:cubicBezTo>
                  <a:pt x="4118751" y="1202036"/>
                  <a:pt x="4462562" y="1687218"/>
                  <a:pt x="4462562" y="2252702"/>
                </a:cubicBezTo>
                <a:cubicBezTo>
                  <a:pt x="4462562" y="2818186"/>
                  <a:pt x="4118751" y="3303369"/>
                  <a:pt x="3628761" y="3510617"/>
                </a:cubicBezTo>
                <a:lnTo>
                  <a:pt x="3510150" y="3554029"/>
                </a:lnTo>
                <a:lnTo>
                  <a:pt x="3472290" y="3657470"/>
                </a:lnTo>
                <a:cubicBezTo>
                  <a:pt x="3265042" y="4147461"/>
                  <a:pt x="2779860" y="4491272"/>
                  <a:pt x="2214375" y="4491272"/>
                </a:cubicBezTo>
                <a:cubicBezTo>
                  <a:pt x="1648891" y="4491272"/>
                  <a:pt x="1163709" y="4147461"/>
                  <a:pt x="956460" y="3657470"/>
                </a:cubicBezTo>
                <a:lnTo>
                  <a:pt x="913370" y="3539739"/>
                </a:lnTo>
                <a:lnTo>
                  <a:pt x="833802" y="3510617"/>
                </a:lnTo>
                <a:cubicBezTo>
                  <a:pt x="343811" y="3303369"/>
                  <a:pt x="0" y="2818186"/>
                  <a:pt x="0" y="2252702"/>
                </a:cubicBezTo>
                <a:cubicBezTo>
                  <a:pt x="0" y="1687218"/>
                  <a:pt x="343811" y="1202036"/>
                  <a:pt x="833802" y="994787"/>
                </a:cubicBezTo>
                <a:lnTo>
                  <a:pt x="908434" y="967472"/>
                </a:lnTo>
                <a:lnTo>
                  <a:pt x="910553" y="959231"/>
                </a:lnTo>
                <a:cubicBezTo>
                  <a:pt x="1083403" y="403501"/>
                  <a:pt x="1601767" y="0"/>
                  <a:pt x="22143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7" name="任意多边形: 形状 16"/>
          <p:cNvSpPr/>
          <p:nvPr userDrawn="1">
            <p:custDataLst>
              <p:tags r:id="rId8"/>
            </p:custDataLst>
          </p:nvPr>
        </p:nvSpPr>
        <p:spPr>
          <a:xfrm>
            <a:off x="8406130" y="1946910"/>
            <a:ext cx="2945765" cy="2964815"/>
          </a:xfrm>
          <a:custGeom>
            <a:avLst/>
            <a:gdLst>
              <a:gd name="connsiteX0" fmla="*/ 2214375 w 4462562"/>
              <a:gd name="connsiteY0" fmla="*/ 0 h 4491272"/>
              <a:gd name="connsiteX1" fmla="*/ 3472290 w 4462562"/>
              <a:gd name="connsiteY1" fmla="*/ 833802 h 4491272"/>
              <a:gd name="connsiteX2" fmla="*/ 3516123 w 4462562"/>
              <a:gd name="connsiteY2" fmla="*/ 953561 h 4491272"/>
              <a:gd name="connsiteX3" fmla="*/ 3628760 w 4462562"/>
              <a:gd name="connsiteY3" fmla="*/ 994787 h 4491272"/>
              <a:gd name="connsiteX4" fmla="*/ 4462562 w 4462562"/>
              <a:gd name="connsiteY4" fmla="*/ 2252702 h 4491272"/>
              <a:gd name="connsiteX5" fmla="*/ 3628761 w 4462562"/>
              <a:gd name="connsiteY5" fmla="*/ 3510617 h 4491272"/>
              <a:gd name="connsiteX6" fmla="*/ 3510150 w 4462562"/>
              <a:gd name="connsiteY6" fmla="*/ 3554029 h 4491272"/>
              <a:gd name="connsiteX7" fmla="*/ 3472290 w 4462562"/>
              <a:gd name="connsiteY7" fmla="*/ 3657470 h 4491272"/>
              <a:gd name="connsiteX8" fmla="*/ 2214375 w 4462562"/>
              <a:gd name="connsiteY8" fmla="*/ 4491272 h 4491272"/>
              <a:gd name="connsiteX9" fmla="*/ 956460 w 4462562"/>
              <a:gd name="connsiteY9" fmla="*/ 3657470 h 4491272"/>
              <a:gd name="connsiteX10" fmla="*/ 913370 w 4462562"/>
              <a:gd name="connsiteY10" fmla="*/ 3539739 h 4491272"/>
              <a:gd name="connsiteX11" fmla="*/ 833802 w 4462562"/>
              <a:gd name="connsiteY11" fmla="*/ 3510617 h 4491272"/>
              <a:gd name="connsiteX12" fmla="*/ 0 w 4462562"/>
              <a:gd name="connsiteY12" fmla="*/ 2252702 h 4491272"/>
              <a:gd name="connsiteX13" fmla="*/ 833802 w 4462562"/>
              <a:gd name="connsiteY13" fmla="*/ 994787 h 4491272"/>
              <a:gd name="connsiteX14" fmla="*/ 908434 w 4462562"/>
              <a:gd name="connsiteY14" fmla="*/ 967472 h 4491272"/>
              <a:gd name="connsiteX15" fmla="*/ 910553 w 4462562"/>
              <a:gd name="connsiteY15" fmla="*/ 959231 h 4491272"/>
              <a:gd name="connsiteX16" fmla="*/ 2214375 w 4462562"/>
              <a:gd name="connsiteY16" fmla="*/ 0 h 44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2562" h="4491272">
                <a:moveTo>
                  <a:pt x="2214375" y="0"/>
                </a:moveTo>
                <a:cubicBezTo>
                  <a:pt x="2779860" y="0"/>
                  <a:pt x="3265042" y="343811"/>
                  <a:pt x="3472290" y="833802"/>
                </a:cubicBezTo>
                <a:lnTo>
                  <a:pt x="3516123" y="953561"/>
                </a:lnTo>
                <a:lnTo>
                  <a:pt x="3628760" y="994787"/>
                </a:lnTo>
                <a:cubicBezTo>
                  <a:pt x="4118751" y="1202036"/>
                  <a:pt x="4462562" y="1687218"/>
                  <a:pt x="4462562" y="2252702"/>
                </a:cubicBezTo>
                <a:cubicBezTo>
                  <a:pt x="4462562" y="2818186"/>
                  <a:pt x="4118751" y="3303369"/>
                  <a:pt x="3628761" y="3510617"/>
                </a:cubicBezTo>
                <a:lnTo>
                  <a:pt x="3510150" y="3554029"/>
                </a:lnTo>
                <a:lnTo>
                  <a:pt x="3472290" y="3657470"/>
                </a:lnTo>
                <a:cubicBezTo>
                  <a:pt x="3265042" y="4147461"/>
                  <a:pt x="2779860" y="4491272"/>
                  <a:pt x="2214375" y="4491272"/>
                </a:cubicBezTo>
                <a:cubicBezTo>
                  <a:pt x="1648891" y="4491272"/>
                  <a:pt x="1163709" y="4147461"/>
                  <a:pt x="956460" y="3657470"/>
                </a:cubicBezTo>
                <a:lnTo>
                  <a:pt x="913370" y="3539739"/>
                </a:lnTo>
                <a:lnTo>
                  <a:pt x="833802" y="3510617"/>
                </a:lnTo>
                <a:cubicBezTo>
                  <a:pt x="343811" y="3303369"/>
                  <a:pt x="0" y="2818186"/>
                  <a:pt x="0" y="2252702"/>
                </a:cubicBezTo>
                <a:cubicBezTo>
                  <a:pt x="0" y="1687218"/>
                  <a:pt x="343811" y="1202036"/>
                  <a:pt x="833802" y="994787"/>
                </a:cubicBezTo>
                <a:lnTo>
                  <a:pt x="908434" y="967472"/>
                </a:lnTo>
                <a:lnTo>
                  <a:pt x="910553" y="959231"/>
                </a:lnTo>
                <a:cubicBezTo>
                  <a:pt x="1083403" y="403501"/>
                  <a:pt x="1601767" y="0"/>
                  <a:pt x="2214375" y="0"/>
                </a:cubicBezTo>
                <a:close/>
              </a:path>
            </a:pathLst>
          </a:cu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任意多边形: 形状 17"/>
          <p:cNvSpPr/>
          <p:nvPr userDrawn="1">
            <p:custDataLst>
              <p:tags r:id="rId9"/>
            </p:custDataLst>
          </p:nvPr>
        </p:nvSpPr>
        <p:spPr>
          <a:xfrm rot="14289111" flipV="1">
            <a:off x="9854565" y="4203700"/>
            <a:ext cx="297180" cy="297180"/>
          </a:xfrm>
          <a:custGeom>
            <a:avLst/>
            <a:gdLst>
              <a:gd name="connsiteX0" fmla="*/ 1143616 w 1340074"/>
              <a:gd name="connsiteY0" fmla="*/ 673 h 1340221"/>
              <a:gd name="connsiteX1" fmla="*/ 1290347 w 1340074"/>
              <a:gd name="connsiteY1" fmla="*/ 49667 h 1340221"/>
              <a:gd name="connsiteX2" fmla="*/ 983706 w 1340074"/>
              <a:gd name="connsiteY2" fmla="*/ 986491 h 1340221"/>
              <a:gd name="connsiteX3" fmla="*/ 46887 w 1340074"/>
              <a:gd name="connsiteY3" fmla="*/ 1293135 h 1340221"/>
              <a:gd name="connsiteX4" fmla="*/ 353847 w 1340074"/>
              <a:gd name="connsiteY4" fmla="*/ 356629 h 1340221"/>
              <a:gd name="connsiteX5" fmla="*/ 1143616 w 1340074"/>
              <a:gd name="connsiteY5" fmla="*/ 673 h 1340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0074" h="1340221">
                <a:moveTo>
                  <a:pt x="1143616" y="673"/>
                </a:moveTo>
                <a:cubicBezTo>
                  <a:pt x="1210001" y="4125"/>
                  <a:pt x="1261500" y="20820"/>
                  <a:pt x="1290347" y="49667"/>
                </a:cubicBezTo>
                <a:cubicBezTo>
                  <a:pt x="1405736" y="165057"/>
                  <a:pt x="1327004" y="642872"/>
                  <a:pt x="983706" y="986491"/>
                </a:cubicBezTo>
                <a:cubicBezTo>
                  <a:pt x="640089" y="1329792"/>
                  <a:pt x="156220" y="1402468"/>
                  <a:pt x="46887" y="1293135"/>
                </a:cubicBezTo>
                <a:cubicBezTo>
                  <a:pt x="-62127" y="1184120"/>
                  <a:pt x="10549" y="699930"/>
                  <a:pt x="353847" y="356629"/>
                </a:cubicBezTo>
                <a:cubicBezTo>
                  <a:pt x="611321" y="99154"/>
                  <a:pt x="944459" y="-9681"/>
                  <a:pt x="1143616" y="673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10"/>
            </p:custDataLst>
          </p:nvPr>
        </p:nvSpPr>
        <p:spPr>
          <a:xfrm>
            <a:off x="9532620" y="3504565"/>
            <a:ext cx="1778635" cy="763905"/>
          </a:xfrm>
          <a:custGeom>
            <a:avLst/>
            <a:gdLst>
              <a:gd name="connsiteX0" fmla="*/ 1768510 w 1778558"/>
              <a:gd name="connsiteY0" fmla="*/ 0 h 763675"/>
              <a:gd name="connsiteX1" fmla="*/ 1105319 w 1778558"/>
              <a:gd name="connsiteY1" fmla="*/ 291402 h 763675"/>
              <a:gd name="connsiteX2" fmla="*/ 522514 w 1778558"/>
              <a:gd name="connsiteY2" fmla="*/ 572756 h 763675"/>
              <a:gd name="connsiteX3" fmla="*/ 0 w 1778558"/>
              <a:gd name="connsiteY3" fmla="*/ 653143 h 763675"/>
              <a:gd name="connsiteX4" fmla="*/ 462224 w 1778558"/>
              <a:gd name="connsiteY4" fmla="*/ 643094 h 763675"/>
              <a:gd name="connsiteX5" fmla="*/ 422031 w 1778558"/>
              <a:gd name="connsiteY5" fmla="*/ 763675 h 763675"/>
              <a:gd name="connsiteX6" fmla="*/ 663191 w 1778558"/>
              <a:gd name="connsiteY6" fmla="*/ 572756 h 763675"/>
              <a:gd name="connsiteX7" fmla="*/ 1778558 w 1778558"/>
              <a:gd name="connsiteY7" fmla="*/ 120580 h 763675"/>
              <a:gd name="connsiteX8" fmla="*/ 1768510 w 1778558"/>
              <a:gd name="connsiteY8" fmla="*/ 0 h 763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8558" h="763675">
                <a:moveTo>
                  <a:pt x="1768510" y="0"/>
                </a:moveTo>
                <a:lnTo>
                  <a:pt x="1105319" y="291402"/>
                </a:lnTo>
                <a:lnTo>
                  <a:pt x="522514" y="572756"/>
                </a:lnTo>
                <a:lnTo>
                  <a:pt x="0" y="653143"/>
                </a:lnTo>
                <a:lnTo>
                  <a:pt x="462224" y="643094"/>
                </a:lnTo>
                <a:lnTo>
                  <a:pt x="422031" y="763675"/>
                </a:lnTo>
                <a:lnTo>
                  <a:pt x="663191" y="572756"/>
                </a:lnTo>
                <a:lnTo>
                  <a:pt x="1778558" y="120580"/>
                </a:lnTo>
                <a:lnTo>
                  <a:pt x="176851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ree-swallow_92029"/>
          <p:cNvSpPr/>
          <p:nvPr userDrawn="1">
            <p:custDataLst>
              <p:tags r:id="rId11"/>
            </p:custDataLst>
          </p:nvPr>
        </p:nvSpPr>
        <p:spPr>
          <a:xfrm flipH="1">
            <a:off x="10104120" y="3270885"/>
            <a:ext cx="894080" cy="643255"/>
          </a:xfrm>
          <a:custGeom>
            <a:avLst/>
            <a:gdLst>
              <a:gd name="T0" fmla="*/ 4733 w 4752"/>
              <a:gd name="T1" fmla="*/ 735 h 3424"/>
              <a:gd name="T2" fmla="*/ 4564 w 4752"/>
              <a:gd name="T3" fmla="*/ 469 h 3424"/>
              <a:gd name="T4" fmla="*/ 3964 w 4752"/>
              <a:gd name="T5" fmla="*/ 0 h 3424"/>
              <a:gd name="T6" fmla="*/ 3788 w 4752"/>
              <a:gd name="T7" fmla="*/ 27 h 3424"/>
              <a:gd name="T8" fmla="*/ 3205 w 4752"/>
              <a:gd name="T9" fmla="*/ 526 h 3424"/>
              <a:gd name="T10" fmla="*/ 3084 w 4752"/>
              <a:gd name="T11" fmla="*/ 694 h 3424"/>
              <a:gd name="T12" fmla="*/ 2615 w 4752"/>
              <a:gd name="T13" fmla="*/ 1089 h 3424"/>
              <a:gd name="T14" fmla="*/ 2104 w 4752"/>
              <a:gd name="T15" fmla="*/ 1513 h 3424"/>
              <a:gd name="T16" fmla="*/ 1992 w 4752"/>
              <a:gd name="T17" fmla="*/ 1614 h 3424"/>
              <a:gd name="T18" fmla="*/ 1588 w 4752"/>
              <a:gd name="T19" fmla="*/ 2003 h 3424"/>
              <a:gd name="T20" fmla="*/ 1316 w 4752"/>
              <a:gd name="T21" fmla="*/ 2217 h 3424"/>
              <a:gd name="T22" fmla="*/ 1274 w 4752"/>
              <a:gd name="T23" fmla="*/ 2244 h 3424"/>
              <a:gd name="T24" fmla="*/ 1119 w 4752"/>
              <a:gd name="T25" fmla="*/ 2305 h 3424"/>
              <a:gd name="T26" fmla="*/ 977 w 4752"/>
              <a:gd name="T27" fmla="*/ 2357 h 3424"/>
              <a:gd name="T28" fmla="*/ 960 w 4752"/>
              <a:gd name="T29" fmla="*/ 2387 h 3424"/>
              <a:gd name="T30" fmla="*/ 972 w 4752"/>
              <a:gd name="T31" fmla="*/ 2416 h 3424"/>
              <a:gd name="T32" fmla="*/ 1158 w 4752"/>
              <a:gd name="T33" fmla="*/ 2504 h 3424"/>
              <a:gd name="T34" fmla="*/ 1134 w 4752"/>
              <a:gd name="T35" fmla="*/ 2519 h 3424"/>
              <a:gd name="T36" fmla="*/ 967 w 4752"/>
              <a:gd name="T37" fmla="*/ 2614 h 3424"/>
              <a:gd name="T38" fmla="*/ 4 w 4752"/>
              <a:gd name="T39" fmla="*/ 3308 h 3424"/>
              <a:gd name="T40" fmla="*/ 8 w 4752"/>
              <a:gd name="T41" fmla="*/ 3337 h 3424"/>
              <a:gd name="T42" fmla="*/ 58 w 4752"/>
              <a:gd name="T43" fmla="*/ 3349 h 3424"/>
              <a:gd name="T44" fmla="*/ 250 w 4752"/>
              <a:gd name="T45" fmla="*/ 3271 h 3424"/>
              <a:gd name="T46" fmla="*/ 145 w 4752"/>
              <a:gd name="T47" fmla="*/ 3373 h 3424"/>
              <a:gd name="T48" fmla="*/ 111 w 4752"/>
              <a:gd name="T49" fmla="*/ 3415 h 3424"/>
              <a:gd name="T50" fmla="*/ 115 w 4752"/>
              <a:gd name="T51" fmla="*/ 3424 h 3424"/>
              <a:gd name="T52" fmla="*/ 124 w 4752"/>
              <a:gd name="T53" fmla="*/ 3424 h 3424"/>
              <a:gd name="T54" fmla="*/ 126 w 4752"/>
              <a:gd name="T55" fmla="*/ 3424 h 3424"/>
              <a:gd name="T56" fmla="*/ 915 w 4752"/>
              <a:gd name="T57" fmla="*/ 3184 h 3424"/>
              <a:gd name="T58" fmla="*/ 1685 w 4752"/>
              <a:gd name="T59" fmla="*/ 2955 h 3424"/>
              <a:gd name="T60" fmla="*/ 1716 w 4752"/>
              <a:gd name="T61" fmla="*/ 2953 h 3424"/>
              <a:gd name="T62" fmla="*/ 1855 w 4752"/>
              <a:gd name="T63" fmla="*/ 2959 h 3424"/>
              <a:gd name="T64" fmla="*/ 2245 w 4752"/>
              <a:gd name="T65" fmla="*/ 2970 h 3424"/>
              <a:gd name="T66" fmla="*/ 3316 w 4752"/>
              <a:gd name="T67" fmla="*/ 2793 h 3424"/>
              <a:gd name="T68" fmla="*/ 4043 w 4752"/>
              <a:gd name="T69" fmla="*/ 2245 h 3424"/>
              <a:gd name="T70" fmla="*/ 4251 w 4752"/>
              <a:gd name="T71" fmla="*/ 1207 h 3424"/>
              <a:gd name="T72" fmla="*/ 4316 w 4752"/>
              <a:gd name="T73" fmla="*/ 1093 h 3424"/>
              <a:gd name="T74" fmla="*/ 4457 w 4752"/>
              <a:gd name="T75" fmla="*/ 842 h 3424"/>
              <a:gd name="T76" fmla="*/ 4592 w 4752"/>
              <a:gd name="T77" fmla="*/ 807 h 3424"/>
              <a:gd name="T78" fmla="*/ 4739 w 4752"/>
              <a:gd name="T79" fmla="*/ 771 h 3424"/>
              <a:gd name="T80" fmla="*/ 4750 w 4752"/>
              <a:gd name="T81" fmla="*/ 760 h 3424"/>
              <a:gd name="T82" fmla="*/ 4733 w 4752"/>
              <a:gd name="T83" fmla="*/ 735 h 3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752" h="3424">
                <a:moveTo>
                  <a:pt x="4733" y="735"/>
                </a:moveTo>
                <a:cubicBezTo>
                  <a:pt x="4699" y="709"/>
                  <a:pt x="4610" y="642"/>
                  <a:pt x="4564" y="469"/>
                </a:cubicBezTo>
                <a:cubicBezTo>
                  <a:pt x="4532" y="349"/>
                  <a:pt x="4321" y="0"/>
                  <a:pt x="3964" y="0"/>
                </a:cubicBezTo>
                <a:cubicBezTo>
                  <a:pt x="3907" y="0"/>
                  <a:pt x="3848" y="9"/>
                  <a:pt x="3788" y="27"/>
                </a:cubicBezTo>
                <a:cubicBezTo>
                  <a:pt x="3479" y="117"/>
                  <a:pt x="3334" y="335"/>
                  <a:pt x="3205" y="526"/>
                </a:cubicBezTo>
                <a:cubicBezTo>
                  <a:pt x="3164" y="588"/>
                  <a:pt x="3126" y="645"/>
                  <a:pt x="3084" y="694"/>
                </a:cubicBezTo>
                <a:cubicBezTo>
                  <a:pt x="3045" y="741"/>
                  <a:pt x="2836" y="910"/>
                  <a:pt x="2615" y="1089"/>
                </a:cubicBezTo>
                <a:cubicBezTo>
                  <a:pt x="2415" y="1251"/>
                  <a:pt x="2208" y="1418"/>
                  <a:pt x="2104" y="1513"/>
                </a:cubicBezTo>
                <a:cubicBezTo>
                  <a:pt x="2067" y="1547"/>
                  <a:pt x="2030" y="1581"/>
                  <a:pt x="1992" y="1614"/>
                </a:cubicBezTo>
                <a:cubicBezTo>
                  <a:pt x="1856" y="1737"/>
                  <a:pt x="1716" y="1863"/>
                  <a:pt x="1588" y="2003"/>
                </a:cubicBezTo>
                <a:cubicBezTo>
                  <a:pt x="1508" y="2091"/>
                  <a:pt x="1415" y="2152"/>
                  <a:pt x="1316" y="2217"/>
                </a:cubicBezTo>
                <a:cubicBezTo>
                  <a:pt x="1302" y="2226"/>
                  <a:pt x="1288" y="2235"/>
                  <a:pt x="1274" y="2244"/>
                </a:cubicBezTo>
                <a:cubicBezTo>
                  <a:pt x="1227" y="2276"/>
                  <a:pt x="1172" y="2291"/>
                  <a:pt x="1119" y="2305"/>
                </a:cubicBezTo>
                <a:cubicBezTo>
                  <a:pt x="1071" y="2318"/>
                  <a:pt x="1022" y="2332"/>
                  <a:pt x="977" y="2357"/>
                </a:cubicBezTo>
                <a:cubicBezTo>
                  <a:pt x="967" y="2363"/>
                  <a:pt x="961" y="2374"/>
                  <a:pt x="960" y="2387"/>
                </a:cubicBezTo>
                <a:cubicBezTo>
                  <a:pt x="959" y="2398"/>
                  <a:pt x="964" y="2409"/>
                  <a:pt x="972" y="2416"/>
                </a:cubicBezTo>
                <a:cubicBezTo>
                  <a:pt x="1022" y="2453"/>
                  <a:pt x="1086" y="2484"/>
                  <a:pt x="1158" y="2504"/>
                </a:cubicBezTo>
                <a:cubicBezTo>
                  <a:pt x="1149" y="2510"/>
                  <a:pt x="1141" y="2514"/>
                  <a:pt x="1134" y="2519"/>
                </a:cubicBezTo>
                <a:cubicBezTo>
                  <a:pt x="1102" y="2539"/>
                  <a:pt x="1042" y="2572"/>
                  <a:pt x="967" y="2614"/>
                </a:cubicBezTo>
                <a:cubicBezTo>
                  <a:pt x="655" y="2787"/>
                  <a:pt x="74" y="3110"/>
                  <a:pt x="4" y="3308"/>
                </a:cubicBezTo>
                <a:cubicBezTo>
                  <a:pt x="0" y="3318"/>
                  <a:pt x="2" y="3328"/>
                  <a:pt x="8" y="3337"/>
                </a:cubicBezTo>
                <a:cubicBezTo>
                  <a:pt x="18" y="3352"/>
                  <a:pt x="41" y="3358"/>
                  <a:pt x="58" y="3349"/>
                </a:cubicBezTo>
                <a:cubicBezTo>
                  <a:pt x="181" y="3290"/>
                  <a:pt x="231" y="3274"/>
                  <a:pt x="250" y="3271"/>
                </a:cubicBezTo>
                <a:cubicBezTo>
                  <a:pt x="236" y="3295"/>
                  <a:pt x="171" y="3351"/>
                  <a:pt x="145" y="3373"/>
                </a:cubicBezTo>
                <a:cubicBezTo>
                  <a:pt x="109" y="3405"/>
                  <a:pt x="108" y="3405"/>
                  <a:pt x="111" y="3415"/>
                </a:cubicBezTo>
                <a:lnTo>
                  <a:pt x="115" y="3424"/>
                </a:lnTo>
                <a:lnTo>
                  <a:pt x="124" y="3424"/>
                </a:lnTo>
                <a:lnTo>
                  <a:pt x="126" y="3424"/>
                </a:lnTo>
                <a:cubicBezTo>
                  <a:pt x="377" y="3383"/>
                  <a:pt x="651" y="3282"/>
                  <a:pt x="915" y="3184"/>
                </a:cubicBezTo>
                <a:cubicBezTo>
                  <a:pt x="1192" y="3082"/>
                  <a:pt x="1453" y="2985"/>
                  <a:pt x="1685" y="2955"/>
                </a:cubicBezTo>
                <a:cubicBezTo>
                  <a:pt x="1692" y="2954"/>
                  <a:pt x="1702" y="2953"/>
                  <a:pt x="1716" y="2953"/>
                </a:cubicBezTo>
                <a:cubicBezTo>
                  <a:pt x="1748" y="2953"/>
                  <a:pt x="1795" y="2956"/>
                  <a:pt x="1855" y="2959"/>
                </a:cubicBezTo>
                <a:cubicBezTo>
                  <a:pt x="1955" y="2963"/>
                  <a:pt x="2092" y="2970"/>
                  <a:pt x="2245" y="2970"/>
                </a:cubicBezTo>
                <a:cubicBezTo>
                  <a:pt x="2693" y="2970"/>
                  <a:pt x="3054" y="2911"/>
                  <a:pt x="3316" y="2793"/>
                </a:cubicBezTo>
                <a:cubicBezTo>
                  <a:pt x="3669" y="2635"/>
                  <a:pt x="3893" y="2466"/>
                  <a:pt x="4043" y="2245"/>
                </a:cubicBezTo>
                <a:cubicBezTo>
                  <a:pt x="4221" y="1983"/>
                  <a:pt x="4289" y="1643"/>
                  <a:pt x="4251" y="1207"/>
                </a:cubicBezTo>
                <a:cubicBezTo>
                  <a:pt x="4248" y="1180"/>
                  <a:pt x="4280" y="1139"/>
                  <a:pt x="4316" y="1093"/>
                </a:cubicBezTo>
                <a:cubicBezTo>
                  <a:pt x="4366" y="1028"/>
                  <a:pt x="4429" y="947"/>
                  <a:pt x="4457" y="842"/>
                </a:cubicBezTo>
                <a:cubicBezTo>
                  <a:pt x="4488" y="831"/>
                  <a:pt x="4539" y="819"/>
                  <a:pt x="4592" y="807"/>
                </a:cubicBezTo>
                <a:cubicBezTo>
                  <a:pt x="4642" y="796"/>
                  <a:pt x="4692" y="785"/>
                  <a:pt x="4739" y="771"/>
                </a:cubicBezTo>
                <a:cubicBezTo>
                  <a:pt x="4745" y="769"/>
                  <a:pt x="4749" y="765"/>
                  <a:pt x="4750" y="760"/>
                </a:cubicBezTo>
                <a:cubicBezTo>
                  <a:pt x="4752" y="750"/>
                  <a:pt x="4745" y="744"/>
                  <a:pt x="4733" y="735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8476615" y="2996565"/>
            <a:ext cx="1364615" cy="1185545"/>
          </a:xfrm>
          <a:custGeom>
            <a:avLst/>
            <a:gdLst>
              <a:gd name="connsiteX0" fmla="*/ 548838 w 1364681"/>
              <a:gd name="connsiteY0" fmla="*/ 773663 h 1185358"/>
              <a:gd name="connsiteX1" fmla="*/ 549308 w 1364681"/>
              <a:gd name="connsiteY1" fmla="*/ 776172 h 1185358"/>
              <a:gd name="connsiteX2" fmla="*/ 549111 w 1364681"/>
              <a:gd name="connsiteY2" fmla="*/ 776736 h 1185358"/>
              <a:gd name="connsiteX3" fmla="*/ 259537 w 1364681"/>
              <a:gd name="connsiteY3" fmla="*/ 0 h 1185358"/>
              <a:gd name="connsiteX4" fmla="*/ 289170 w 1364681"/>
              <a:gd name="connsiteY4" fmla="*/ 257608 h 1185358"/>
              <a:gd name="connsiteX5" fmla="*/ 266509 w 1364681"/>
              <a:gd name="connsiteY5" fmla="*/ 492589 h 1185358"/>
              <a:gd name="connsiteX6" fmla="*/ 332747 w 1364681"/>
              <a:gd name="connsiteY6" fmla="*/ 610949 h 1185358"/>
              <a:gd name="connsiteX7" fmla="*/ 367610 w 1364681"/>
              <a:gd name="connsiteY7" fmla="*/ 429927 h 1185358"/>
              <a:gd name="connsiteX8" fmla="*/ 461738 w 1364681"/>
              <a:gd name="connsiteY8" fmla="*/ 186244 h 1185358"/>
              <a:gd name="connsiteX9" fmla="*/ 432105 w 1364681"/>
              <a:gd name="connsiteY9" fmla="*/ 445593 h 1185358"/>
              <a:gd name="connsiteX10" fmla="*/ 358894 w 1364681"/>
              <a:gd name="connsiteY10" fmla="*/ 663167 h 1185358"/>
              <a:gd name="connsiteX11" fmla="*/ 446050 w 1364681"/>
              <a:gd name="connsiteY11" fmla="*/ 1009545 h 1185358"/>
              <a:gd name="connsiteX12" fmla="*/ 527976 w 1364681"/>
              <a:gd name="connsiteY12" fmla="*/ 833745 h 1185358"/>
              <a:gd name="connsiteX13" fmla="*/ 524490 w 1364681"/>
              <a:gd name="connsiteY13" fmla="*/ 828523 h 1185358"/>
              <a:gd name="connsiteX14" fmla="*/ 534948 w 1364681"/>
              <a:gd name="connsiteY14" fmla="*/ 816339 h 1185358"/>
              <a:gd name="connsiteX15" fmla="*/ 545843 w 1364681"/>
              <a:gd name="connsiteY15" fmla="*/ 786096 h 1185358"/>
              <a:gd name="connsiteX16" fmla="*/ 549111 w 1364681"/>
              <a:gd name="connsiteY16" fmla="*/ 776736 h 1185358"/>
              <a:gd name="connsiteX17" fmla="*/ 549111 w 1364681"/>
              <a:gd name="connsiteY17" fmla="*/ 776741 h 1185358"/>
              <a:gd name="connsiteX18" fmla="*/ 549674 w 1364681"/>
              <a:gd name="connsiteY18" fmla="*/ 778130 h 1185358"/>
              <a:gd name="connsiteX19" fmla="*/ 550636 w 1364681"/>
              <a:gd name="connsiteY19" fmla="*/ 783268 h 1185358"/>
              <a:gd name="connsiteX20" fmla="*/ 551426 w 1364681"/>
              <a:gd name="connsiteY20" fmla="*/ 782452 h 1185358"/>
              <a:gd name="connsiteX21" fmla="*/ 549674 w 1364681"/>
              <a:gd name="connsiteY21" fmla="*/ 778130 h 1185358"/>
              <a:gd name="connsiteX22" fmla="*/ 549308 w 1364681"/>
              <a:gd name="connsiteY22" fmla="*/ 776172 h 1185358"/>
              <a:gd name="connsiteX23" fmla="*/ 554123 w 1364681"/>
              <a:gd name="connsiteY23" fmla="*/ 762381 h 1185358"/>
              <a:gd name="connsiteX24" fmla="*/ 548430 w 1364681"/>
              <a:gd name="connsiteY24" fmla="*/ 769071 h 1185358"/>
              <a:gd name="connsiteX25" fmla="*/ 548838 w 1364681"/>
              <a:gd name="connsiteY25" fmla="*/ 773663 h 1185358"/>
              <a:gd name="connsiteX26" fmla="*/ 547940 w 1364681"/>
              <a:gd name="connsiteY26" fmla="*/ 768867 h 1185358"/>
              <a:gd name="connsiteX27" fmla="*/ 780727 w 1364681"/>
              <a:gd name="connsiteY27" fmla="*/ 428187 h 1185358"/>
              <a:gd name="connsiteX28" fmla="*/ 1113661 w 1364681"/>
              <a:gd name="connsiteY28" fmla="*/ 161876 h 1185358"/>
              <a:gd name="connsiteX29" fmla="*/ 859167 w 1364681"/>
              <a:gd name="connsiteY29" fmla="*/ 503032 h 1185358"/>
              <a:gd name="connsiteX30" fmla="*/ 561095 w 1364681"/>
              <a:gd name="connsiteY30" fmla="*/ 758900 h 1185358"/>
              <a:gd name="connsiteX31" fmla="*/ 559352 w 1364681"/>
              <a:gd name="connsiteY31" fmla="*/ 804155 h 1185358"/>
              <a:gd name="connsiteX32" fmla="*/ 939350 w 1364681"/>
              <a:gd name="connsiteY32" fmla="*/ 741494 h 1185358"/>
              <a:gd name="connsiteX33" fmla="*/ 1364669 w 1364681"/>
              <a:gd name="connsiteY33" fmla="*/ 760640 h 1185358"/>
              <a:gd name="connsiteX34" fmla="*/ 948066 w 1364681"/>
              <a:gd name="connsiteY34" fmla="*/ 849411 h 1185358"/>
              <a:gd name="connsiteX35" fmla="*/ 554123 w 1364681"/>
              <a:gd name="connsiteY35" fmla="*/ 845929 h 1185358"/>
              <a:gd name="connsiteX36" fmla="*/ 442564 w 1364681"/>
              <a:gd name="connsiteY36" fmla="*/ 1127906 h 1185358"/>
              <a:gd name="connsiteX37" fmla="*/ 442564 w 1364681"/>
              <a:gd name="connsiteY37" fmla="*/ 1126165 h 1185358"/>
              <a:gd name="connsiteX38" fmla="*/ 433782 w 1364681"/>
              <a:gd name="connsiteY38" fmla="*/ 1185358 h 1185358"/>
              <a:gd name="connsiteX39" fmla="*/ 409926 w 1364681"/>
              <a:gd name="connsiteY39" fmla="*/ 1173146 h 1185358"/>
              <a:gd name="connsiteX40" fmla="*/ 308758 w 1364681"/>
              <a:gd name="connsiteY40" fmla="*/ 1101219 h 1185358"/>
              <a:gd name="connsiteX41" fmla="*/ 306177 w 1364681"/>
              <a:gd name="connsiteY41" fmla="*/ 1098759 h 1185358"/>
              <a:gd name="connsiteX42" fmla="*/ 306601 w 1364681"/>
              <a:gd name="connsiteY42" fmla="*/ 1094345 h 1185358"/>
              <a:gd name="connsiteX43" fmla="*/ 212473 w 1364681"/>
              <a:gd name="connsiteY43" fmla="*/ 985177 h 1185358"/>
              <a:gd name="connsiteX44" fmla="*/ 184408 w 1364681"/>
              <a:gd name="connsiteY44" fmla="*/ 971573 h 1185358"/>
              <a:gd name="connsiteX45" fmla="*/ 142558 w 1364681"/>
              <a:gd name="connsiteY45" fmla="*/ 918310 h 1185358"/>
              <a:gd name="connsiteX46" fmla="*/ 92255 w 1364681"/>
              <a:gd name="connsiteY46" fmla="*/ 830791 h 1185358"/>
              <a:gd name="connsiteX47" fmla="*/ 183494 w 1364681"/>
              <a:gd name="connsiteY47" fmla="*/ 890967 h 1185358"/>
              <a:gd name="connsiteX48" fmla="*/ 317059 w 1364681"/>
              <a:gd name="connsiteY48" fmla="*/ 939922 h 1185358"/>
              <a:gd name="connsiteX49" fmla="*/ 184583 w 1364681"/>
              <a:gd name="connsiteY49" fmla="*/ 428187 h 1185358"/>
              <a:gd name="connsiteX50" fmla="*/ 184583 w 1364681"/>
              <a:gd name="connsiteY50" fmla="*/ 429927 h 1185358"/>
              <a:gd name="connsiteX51" fmla="*/ 3681 w 1364681"/>
              <a:gd name="connsiteY51" fmla="*/ 380483 h 1185358"/>
              <a:gd name="connsiteX52" fmla="*/ 0 w 1364681"/>
              <a:gd name="connsiteY52" fmla="*/ 378767 h 1185358"/>
              <a:gd name="connsiteX53" fmla="*/ 5499 w 1364681"/>
              <a:gd name="connsiteY53" fmla="*/ 306086 h 1185358"/>
              <a:gd name="connsiteX54" fmla="*/ 6479 w 1364681"/>
              <a:gd name="connsiteY54" fmla="*/ 301836 h 1185358"/>
              <a:gd name="connsiteX55" fmla="*/ 21248 w 1364681"/>
              <a:gd name="connsiteY55" fmla="*/ 309554 h 1185358"/>
              <a:gd name="connsiteX56" fmla="*/ 179354 w 1364681"/>
              <a:gd name="connsiteY56" fmla="*/ 417743 h 1185358"/>
              <a:gd name="connsiteX57" fmla="*/ 161923 w 1364681"/>
              <a:gd name="connsiteY57" fmla="*/ 363785 h 1185358"/>
              <a:gd name="connsiteX58" fmla="*/ 76864 w 1364681"/>
              <a:gd name="connsiteY58" fmla="*/ 223531 h 1185358"/>
              <a:gd name="connsiteX59" fmla="*/ 45093 w 1364681"/>
              <a:gd name="connsiteY59" fmla="*/ 153773 h 1185358"/>
              <a:gd name="connsiteX60" fmla="*/ 78906 w 1364681"/>
              <a:gd name="connsiteY60" fmla="*/ 67954 h 1185358"/>
              <a:gd name="connsiteX61" fmla="*/ 102657 w 1364681"/>
              <a:gd name="connsiteY61" fmla="*/ 120101 h 1185358"/>
              <a:gd name="connsiteX62" fmla="*/ 177611 w 1364681"/>
              <a:gd name="connsiteY62" fmla="*/ 358563 h 1185358"/>
              <a:gd name="connsiteX63" fmla="*/ 231647 w 1364681"/>
              <a:gd name="connsiteY63" fmla="*/ 436890 h 1185358"/>
              <a:gd name="connsiteX64" fmla="*/ 224675 w 1364681"/>
              <a:gd name="connsiteY64" fmla="*/ 257608 h 1185358"/>
              <a:gd name="connsiteX65" fmla="*/ 259537 w 1364681"/>
              <a:gd name="connsiteY65" fmla="*/ 0 h 1185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364681" h="1185358">
                <a:moveTo>
                  <a:pt x="548838" y="773663"/>
                </a:moveTo>
                <a:lnTo>
                  <a:pt x="549308" y="776172"/>
                </a:lnTo>
                <a:lnTo>
                  <a:pt x="549111" y="776736"/>
                </a:lnTo>
                <a:close/>
                <a:moveTo>
                  <a:pt x="259537" y="0"/>
                </a:moveTo>
                <a:cubicBezTo>
                  <a:pt x="278711" y="0"/>
                  <a:pt x="290913" y="114879"/>
                  <a:pt x="289170" y="257608"/>
                </a:cubicBezTo>
                <a:cubicBezTo>
                  <a:pt x="289170" y="363785"/>
                  <a:pt x="278711" y="452555"/>
                  <a:pt x="266509" y="492589"/>
                </a:cubicBezTo>
                <a:cubicBezTo>
                  <a:pt x="292656" y="532622"/>
                  <a:pt x="313573" y="572656"/>
                  <a:pt x="332747" y="610949"/>
                </a:cubicBezTo>
                <a:cubicBezTo>
                  <a:pt x="337977" y="563953"/>
                  <a:pt x="350179" y="499551"/>
                  <a:pt x="367610" y="429927"/>
                </a:cubicBezTo>
                <a:cubicBezTo>
                  <a:pt x="402472" y="290680"/>
                  <a:pt x="444307" y="182763"/>
                  <a:pt x="461738" y="186244"/>
                </a:cubicBezTo>
                <a:cubicBezTo>
                  <a:pt x="479169" y="191466"/>
                  <a:pt x="465224" y="306345"/>
                  <a:pt x="432105" y="445593"/>
                </a:cubicBezTo>
                <a:cubicBezTo>
                  <a:pt x="407701" y="543066"/>
                  <a:pt x="379812" y="624874"/>
                  <a:pt x="358894" y="663167"/>
                </a:cubicBezTo>
                <a:cubicBezTo>
                  <a:pt x="411188" y="779787"/>
                  <a:pt x="442564" y="891185"/>
                  <a:pt x="446050" y="1009545"/>
                </a:cubicBezTo>
                <a:cubicBezTo>
                  <a:pt x="479169" y="957328"/>
                  <a:pt x="508802" y="889444"/>
                  <a:pt x="527976" y="833745"/>
                </a:cubicBezTo>
                <a:cubicBezTo>
                  <a:pt x="526233" y="832005"/>
                  <a:pt x="524490" y="832005"/>
                  <a:pt x="524490" y="828523"/>
                </a:cubicBezTo>
                <a:cubicBezTo>
                  <a:pt x="524490" y="825042"/>
                  <a:pt x="527976" y="821561"/>
                  <a:pt x="534948" y="816339"/>
                </a:cubicBezTo>
                <a:cubicBezTo>
                  <a:pt x="539306" y="805025"/>
                  <a:pt x="542792" y="795017"/>
                  <a:pt x="545843" y="786096"/>
                </a:cubicBezTo>
                <a:lnTo>
                  <a:pt x="549111" y="776736"/>
                </a:lnTo>
                <a:lnTo>
                  <a:pt x="549111" y="776741"/>
                </a:lnTo>
                <a:lnTo>
                  <a:pt x="549674" y="778130"/>
                </a:lnTo>
                <a:lnTo>
                  <a:pt x="550636" y="783268"/>
                </a:lnTo>
                <a:cubicBezTo>
                  <a:pt x="551944" y="784138"/>
                  <a:pt x="551944" y="783703"/>
                  <a:pt x="551426" y="782452"/>
                </a:cubicBezTo>
                <a:lnTo>
                  <a:pt x="549674" y="778130"/>
                </a:lnTo>
                <a:lnTo>
                  <a:pt x="549308" y="776172"/>
                </a:lnTo>
                <a:lnTo>
                  <a:pt x="554123" y="762381"/>
                </a:lnTo>
                <a:cubicBezTo>
                  <a:pt x="550636" y="764121"/>
                  <a:pt x="549002" y="766515"/>
                  <a:pt x="548430" y="769071"/>
                </a:cubicBezTo>
                <a:lnTo>
                  <a:pt x="548838" y="773663"/>
                </a:lnTo>
                <a:lnTo>
                  <a:pt x="547940" y="768867"/>
                </a:lnTo>
                <a:cubicBezTo>
                  <a:pt x="553469" y="720607"/>
                  <a:pt x="640407" y="574396"/>
                  <a:pt x="780727" y="428187"/>
                </a:cubicBezTo>
                <a:cubicBezTo>
                  <a:pt x="942836" y="261089"/>
                  <a:pt x="1092744" y="142729"/>
                  <a:pt x="1113661" y="161876"/>
                </a:cubicBezTo>
                <a:cubicBezTo>
                  <a:pt x="1134578" y="182763"/>
                  <a:pt x="1021276" y="335935"/>
                  <a:pt x="859167" y="503032"/>
                </a:cubicBezTo>
                <a:cubicBezTo>
                  <a:pt x="735406" y="630096"/>
                  <a:pt x="618618" y="729310"/>
                  <a:pt x="561095" y="758900"/>
                </a:cubicBezTo>
                <a:cubicBezTo>
                  <a:pt x="561095" y="774565"/>
                  <a:pt x="561095" y="790230"/>
                  <a:pt x="559352" y="804155"/>
                </a:cubicBezTo>
                <a:cubicBezTo>
                  <a:pt x="623847" y="781527"/>
                  <a:pt x="770268" y="755418"/>
                  <a:pt x="939350" y="741494"/>
                </a:cubicBezTo>
                <a:cubicBezTo>
                  <a:pt x="1172927" y="722347"/>
                  <a:pt x="1362926" y="732791"/>
                  <a:pt x="1364669" y="760640"/>
                </a:cubicBezTo>
                <a:cubicBezTo>
                  <a:pt x="1366412" y="790230"/>
                  <a:pt x="1181642" y="830264"/>
                  <a:pt x="948066" y="849411"/>
                </a:cubicBezTo>
                <a:cubicBezTo>
                  <a:pt x="768525" y="863335"/>
                  <a:pt x="616875" y="861595"/>
                  <a:pt x="554123" y="845929"/>
                </a:cubicBezTo>
                <a:cubicBezTo>
                  <a:pt x="527976" y="990399"/>
                  <a:pt x="442564" y="1127906"/>
                  <a:pt x="442564" y="1127906"/>
                </a:cubicBezTo>
                <a:lnTo>
                  <a:pt x="442564" y="1126165"/>
                </a:lnTo>
                <a:lnTo>
                  <a:pt x="433782" y="1185358"/>
                </a:lnTo>
                <a:lnTo>
                  <a:pt x="409926" y="1173146"/>
                </a:lnTo>
                <a:cubicBezTo>
                  <a:pt x="374439" y="1151583"/>
                  <a:pt x="340635" y="1127527"/>
                  <a:pt x="308758" y="1101219"/>
                </a:cubicBezTo>
                <a:lnTo>
                  <a:pt x="306177" y="1098759"/>
                </a:lnTo>
                <a:lnTo>
                  <a:pt x="306601" y="1094345"/>
                </a:lnTo>
                <a:cubicBezTo>
                  <a:pt x="303659" y="1045228"/>
                  <a:pt x="275225" y="1011286"/>
                  <a:pt x="212473" y="985177"/>
                </a:cubicBezTo>
                <a:lnTo>
                  <a:pt x="184408" y="971573"/>
                </a:lnTo>
                <a:lnTo>
                  <a:pt x="142558" y="918310"/>
                </a:lnTo>
                <a:lnTo>
                  <a:pt x="92255" y="830791"/>
                </a:lnTo>
                <a:lnTo>
                  <a:pt x="183494" y="890967"/>
                </a:lnTo>
                <a:cubicBezTo>
                  <a:pt x="258665" y="937746"/>
                  <a:pt x="315316" y="965160"/>
                  <a:pt x="317059" y="939922"/>
                </a:cubicBezTo>
                <a:cubicBezTo>
                  <a:pt x="317059" y="778046"/>
                  <a:pt x="243849" y="595284"/>
                  <a:pt x="184583" y="428187"/>
                </a:cubicBezTo>
                <a:cubicBezTo>
                  <a:pt x="184583" y="429927"/>
                  <a:pt x="184583" y="429927"/>
                  <a:pt x="184583" y="429927"/>
                </a:cubicBezTo>
                <a:cubicBezTo>
                  <a:pt x="176739" y="444287"/>
                  <a:pt x="103202" y="423400"/>
                  <a:pt x="3681" y="380483"/>
                </a:cubicBezTo>
                <a:lnTo>
                  <a:pt x="0" y="378767"/>
                </a:lnTo>
                <a:lnTo>
                  <a:pt x="5499" y="306086"/>
                </a:lnTo>
                <a:lnTo>
                  <a:pt x="6479" y="301836"/>
                </a:lnTo>
                <a:lnTo>
                  <a:pt x="21248" y="309554"/>
                </a:lnTo>
                <a:cubicBezTo>
                  <a:pt x="103855" y="355408"/>
                  <a:pt x="163666" y="396856"/>
                  <a:pt x="179354" y="417743"/>
                </a:cubicBezTo>
                <a:cubicBezTo>
                  <a:pt x="174124" y="400337"/>
                  <a:pt x="167152" y="382931"/>
                  <a:pt x="161923" y="363785"/>
                </a:cubicBezTo>
                <a:cubicBezTo>
                  <a:pt x="143620" y="348119"/>
                  <a:pt x="111590" y="295249"/>
                  <a:pt x="76864" y="223531"/>
                </a:cubicBezTo>
                <a:lnTo>
                  <a:pt x="45093" y="153773"/>
                </a:lnTo>
                <a:lnTo>
                  <a:pt x="78906" y="67954"/>
                </a:lnTo>
                <a:lnTo>
                  <a:pt x="102657" y="120101"/>
                </a:lnTo>
                <a:cubicBezTo>
                  <a:pt x="149721" y="229759"/>
                  <a:pt x="179354" y="325491"/>
                  <a:pt x="177611" y="358563"/>
                </a:cubicBezTo>
                <a:cubicBezTo>
                  <a:pt x="195042" y="384672"/>
                  <a:pt x="214216" y="410781"/>
                  <a:pt x="231647" y="436890"/>
                </a:cubicBezTo>
                <a:cubicBezTo>
                  <a:pt x="226418" y="391634"/>
                  <a:pt x="222932" y="327232"/>
                  <a:pt x="224675" y="257608"/>
                </a:cubicBezTo>
                <a:cubicBezTo>
                  <a:pt x="224675" y="114879"/>
                  <a:pt x="242106" y="0"/>
                  <a:pt x="259537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2" name="标题 1"/>
          <p:cNvSpPr>
            <a:spLocks noGrp="1"/>
          </p:cNvSpPr>
          <p:nvPr>
            <p:ph type="ctrTitle" idx="17826049" hasCustomPrompt="1"/>
            <p:custDataLst>
              <p:tags r:id="rId16"/>
            </p:custDataLst>
          </p:nvPr>
        </p:nvSpPr>
        <p:spPr>
          <a:xfrm>
            <a:off x="1345565" y="3530600"/>
            <a:ext cx="6352117" cy="1524000"/>
          </a:xfrm>
          <a:ln w="25400">
            <a:noFill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ln>
                  <a:noFill/>
                </a:ln>
                <a:solidFill>
                  <a:srgbClr val="FFFFFF"/>
                </a:solidFill>
                <a:latin typeface="+mj-ea"/>
                <a:ea typeface="+mj-ea"/>
                <a:cs typeface="+mj-cs"/>
              </a:defRPr>
            </a:lvl1pPr>
          </a:lstStyle>
          <a:p>
            <a:pPr lvl="0"/>
            <a:r>
              <a:rPr dirty="0">
                <a:sym typeface="+mn-ea"/>
              </a:rPr>
              <a:t>单击此处添加章节标题</a:t>
            </a:r>
            <a:endParaRPr dirty="0">
              <a:sym typeface="+mn-ea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7826561" hasCustomPrompt="1"/>
            <p:custDataLst>
              <p:tags r:id="rId17"/>
            </p:custDataLst>
          </p:nvPr>
        </p:nvSpPr>
        <p:spPr>
          <a:xfrm>
            <a:off x="1345565" y="190500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spc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+mj-ea"/>
              <a:ea typeface="+mj-ea"/>
              <a:sym typeface="+mn-ea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6"/>
            </p:custDataLst>
          </p:nvPr>
        </p:nvSpPr>
        <p:spPr>
          <a:xfrm flipH="1">
            <a:off x="1941195" y="2013585"/>
            <a:ext cx="2813050" cy="2831465"/>
          </a:xfrm>
          <a:custGeom>
            <a:avLst/>
            <a:gdLst>
              <a:gd name="connsiteX0" fmla="*/ 2214375 w 4462562"/>
              <a:gd name="connsiteY0" fmla="*/ 0 h 4491272"/>
              <a:gd name="connsiteX1" fmla="*/ 3472290 w 4462562"/>
              <a:gd name="connsiteY1" fmla="*/ 833802 h 4491272"/>
              <a:gd name="connsiteX2" fmla="*/ 3516123 w 4462562"/>
              <a:gd name="connsiteY2" fmla="*/ 953561 h 4491272"/>
              <a:gd name="connsiteX3" fmla="*/ 3628760 w 4462562"/>
              <a:gd name="connsiteY3" fmla="*/ 994787 h 4491272"/>
              <a:gd name="connsiteX4" fmla="*/ 4462562 w 4462562"/>
              <a:gd name="connsiteY4" fmla="*/ 2252702 h 4491272"/>
              <a:gd name="connsiteX5" fmla="*/ 3628761 w 4462562"/>
              <a:gd name="connsiteY5" fmla="*/ 3510617 h 4491272"/>
              <a:gd name="connsiteX6" fmla="*/ 3510150 w 4462562"/>
              <a:gd name="connsiteY6" fmla="*/ 3554029 h 4491272"/>
              <a:gd name="connsiteX7" fmla="*/ 3472290 w 4462562"/>
              <a:gd name="connsiteY7" fmla="*/ 3657470 h 4491272"/>
              <a:gd name="connsiteX8" fmla="*/ 2214375 w 4462562"/>
              <a:gd name="connsiteY8" fmla="*/ 4491272 h 4491272"/>
              <a:gd name="connsiteX9" fmla="*/ 956460 w 4462562"/>
              <a:gd name="connsiteY9" fmla="*/ 3657470 h 4491272"/>
              <a:gd name="connsiteX10" fmla="*/ 913370 w 4462562"/>
              <a:gd name="connsiteY10" fmla="*/ 3539739 h 4491272"/>
              <a:gd name="connsiteX11" fmla="*/ 833802 w 4462562"/>
              <a:gd name="connsiteY11" fmla="*/ 3510617 h 4491272"/>
              <a:gd name="connsiteX12" fmla="*/ 0 w 4462562"/>
              <a:gd name="connsiteY12" fmla="*/ 2252702 h 4491272"/>
              <a:gd name="connsiteX13" fmla="*/ 833802 w 4462562"/>
              <a:gd name="connsiteY13" fmla="*/ 994787 h 4491272"/>
              <a:gd name="connsiteX14" fmla="*/ 908434 w 4462562"/>
              <a:gd name="connsiteY14" fmla="*/ 967472 h 4491272"/>
              <a:gd name="connsiteX15" fmla="*/ 910553 w 4462562"/>
              <a:gd name="connsiteY15" fmla="*/ 959231 h 4491272"/>
              <a:gd name="connsiteX16" fmla="*/ 2214375 w 4462562"/>
              <a:gd name="connsiteY16" fmla="*/ 0 h 44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2562" h="4491272">
                <a:moveTo>
                  <a:pt x="2214375" y="0"/>
                </a:moveTo>
                <a:cubicBezTo>
                  <a:pt x="2779860" y="0"/>
                  <a:pt x="3265042" y="343811"/>
                  <a:pt x="3472290" y="833802"/>
                </a:cubicBezTo>
                <a:lnTo>
                  <a:pt x="3516123" y="953561"/>
                </a:lnTo>
                <a:lnTo>
                  <a:pt x="3628760" y="994787"/>
                </a:lnTo>
                <a:cubicBezTo>
                  <a:pt x="4118751" y="1202036"/>
                  <a:pt x="4462562" y="1687218"/>
                  <a:pt x="4462562" y="2252702"/>
                </a:cubicBezTo>
                <a:cubicBezTo>
                  <a:pt x="4462562" y="2818186"/>
                  <a:pt x="4118751" y="3303369"/>
                  <a:pt x="3628761" y="3510617"/>
                </a:cubicBezTo>
                <a:lnTo>
                  <a:pt x="3510150" y="3554029"/>
                </a:lnTo>
                <a:lnTo>
                  <a:pt x="3472290" y="3657470"/>
                </a:lnTo>
                <a:cubicBezTo>
                  <a:pt x="3265042" y="4147461"/>
                  <a:pt x="2779860" y="4491272"/>
                  <a:pt x="2214375" y="4491272"/>
                </a:cubicBezTo>
                <a:cubicBezTo>
                  <a:pt x="1648891" y="4491272"/>
                  <a:pt x="1163709" y="4147461"/>
                  <a:pt x="956460" y="3657470"/>
                </a:cubicBezTo>
                <a:lnTo>
                  <a:pt x="913370" y="3539739"/>
                </a:lnTo>
                <a:lnTo>
                  <a:pt x="833802" y="3510617"/>
                </a:lnTo>
                <a:cubicBezTo>
                  <a:pt x="343811" y="3303369"/>
                  <a:pt x="0" y="2818186"/>
                  <a:pt x="0" y="2252702"/>
                </a:cubicBezTo>
                <a:cubicBezTo>
                  <a:pt x="0" y="1687218"/>
                  <a:pt x="343811" y="1202036"/>
                  <a:pt x="833802" y="994787"/>
                </a:cubicBezTo>
                <a:lnTo>
                  <a:pt x="908434" y="967472"/>
                </a:lnTo>
                <a:lnTo>
                  <a:pt x="910553" y="959231"/>
                </a:lnTo>
                <a:cubicBezTo>
                  <a:pt x="1083403" y="403501"/>
                  <a:pt x="1601767" y="0"/>
                  <a:pt x="22143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3" name="任意多边形: 形状 22"/>
          <p:cNvSpPr/>
          <p:nvPr userDrawn="1">
            <p:custDataLst>
              <p:tags r:id="rId7"/>
            </p:custDataLst>
          </p:nvPr>
        </p:nvSpPr>
        <p:spPr>
          <a:xfrm flipH="1">
            <a:off x="1875155" y="1946910"/>
            <a:ext cx="2945765" cy="2964815"/>
          </a:xfrm>
          <a:custGeom>
            <a:avLst/>
            <a:gdLst>
              <a:gd name="connsiteX0" fmla="*/ 2214375 w 4462562"/>
              <a:gd name="connsiteY0" fmla="*/ 0 h 4491272"/>
              <a:gd name="connsiteX1" fmla="*/ 3472290 w 4462562"/>
              <a:gd name="connsiteY1" fmla="*/ 833802 h 4491272"/>
              <a:gd name="connsiteX2" fmla="*/ 3516123 w 4462562"/>
              <a:gd name="connsiteY2" fmla="*/ 953561 h 4491272"/>
              <a:gd name="connsiteX3" fmla="*/ 3628760 w 4462562"/>
              <a:gd name="connsiteY3" fmla="*/ 994787 h 4491272"/>
              <a:gd name="connsiteX4" fmla="*/ 4462562 w 4462562"/>
              <a:gd name="connsiteY4" fmla="*/ 2252702 h 4491272"/>
              <a:gd name="connsiteX5" fmla="*/ 3628761 w 4462562"/>
              <a:gd name="connsiteY5" fmla="*/ 3510617 h 4491272"/>
              <a:gd name="connsiteX6" fmla="*/ 3510150 w 4462562"/>
              <a:gd name="connsiteY6" fmla="*/ 3554029 h 4491272"/>
              <a:gd name="connsiteX7" fmla="*/ 3472290 w 4462562"/>
              <a:gd name="connsiteY7" fmla="*/ 3657470 h 4491272"/>
              <a:gd name="connsiteX8" fmla="*/ 2214375 w 4462562"/>
              <a:gd name="connsiteY8" fmla="*/ 4491272 h 4491272"/>
              <a:gd name="connsiteX9" fmla="*/ 956460 w 4462562"/>
              <a:gd name="connsiteY9" fmla="*/ 3657470 h 4491272"/>
              <a:gd name="connsiteX10" fmla="*/ 913370 w 4462562"/>
              <a:gd name="connsiteY10" fmla="*/ 3539739 h 4491272"/>
              <a:gd name="connsiteX11" fmla="*/ 833802 w 4462562"/>
              <a:gd name="connsiteY11" fmla="*/ 3510617 h 4491272"/>
              <a:gd name="connsiteX12" fmla="*/ 0 w 4462562"/>
              <a:gd name="connsiteY12" fmla="*/ 2252702 h 4491272"/>
              <a:gd name="connsiteX13" fmla="*/ 833802 w 4462562"/>
              <a:gd name="connsiteY13" fmla="*/ 994787 h 4491272"/>
              <a:gd name="connsiteX14" fmla="*/ 908434 w 4462562"/>
              <a:gd name="connsiteY14" fmla="*/ 967472 h 4491272"/>
              <a:gd name="connsiteX15" fmla="*/ 910553 w 4462562"/>
              <a:gd name="connsiteY15" fmla="*/ 959231 h 4491272"/>
              <a:gd name="connsiteX16" fmla="*/ 2214375 w 4462562"/>
              <a:gd name="connsiteY16" fmla="*/ 0 h 44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2562" h="4491272">
                <a:moveTo>
                  <a:pt x="2214375" y="0"/>
                </a:moveTo>
                <a:cubicBezTo>
                  <a:pt x="2779860" y="0"/>
                  <a:pt x="3265042" y="343811"/>
                  <a:pt x="3472290" y="833802"/>
                </a:cubicBezTo>
                <a:lnTo>
                  <a:pt x="3516123" y="953561"/>
                </a:lnTo>
                <a:lnTo>
                  <a:pt x="3628760" y="994787"/>
                </a:lnTo>
                <a:cubicBezTo>
                  <a:pt x="4118751" y="1202036"/>
                  <a:pt x="4462562" y="1687218"/>
                  <a:pt x="4462562" y="2252702"/>
                </a:cubicBezTo>
                <a:cubicBezTo>
                  <a:pt x="4462562" y="2818186"/>
                  <a:pt x="4118751" y="3303369"/>
                  <a:pt x="3628761" y="3510617"/>
                </a:cubicBezTo>
                <a:lnTo>
                  <a:pt x="3510150" y="3554029"/>
                </a:lnTo>
                <a:lnTo>
                  <a:pt x="3472290" y="3657470"/>
                </a:lnTo>
                <a:cubicBezTo>
                  <a:pt x="3265042" y="4147461"/>
                  <a:pt x="2779860" y="4491272"/>
                  <a:pt x="2214375" y="4491272"/>
                </a:cubicBezTo>
                <a:cubicBezTo>
                  <a:pt x="1648891" y="4491272"/>
                  <a:pt x="1163709" y="4147461"/>
                  <a:pt x="956460" y="3657470"/>
                </a:cubicBezTo>
                <a:lnTo>
                  <a:pt x="913370" y="3539739"/>
                </a:lnTo>
                <a:lnTo>
                  <a:pt x="833802" y="3510617"/>
                </a:lnTo>
                <a:cubicBezTo>
                  <a:pt x="343811" y="3303369"/>
                  <a:pt x="0" y="2818186"/>
                  <a:pt x="0" y="2252702"/>
                </a:cubicBezTo>
                <a:cubicBezTo>
                  <a:pt x="0" y="1687218"/>
                  <a:pt x="343811" y="1202036"/>
                  <a:pt x="833802" y="994787"/>
                </a:cubicBezTo>
                <a:lnTo>
                  <a:pt x="908434" y="967472"/>
                </a:lnTo>
                <a:lnTo>
                  <a:pt x="910553" y="959231"/>
                </a:lnTo>
                <a:cubicBezTo>
                  <a:pt x="1083403" y="403501"/>
                  <a:pt x="1601767" y="0"/>
                  <a:pt x="2214375" y="0"/>
                </a:cubicBezTo>
                <a:close/>
              </a:path>
            </a:pathLst>
          </a:cu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5" name="任意多边形: 形状 24"/>
          <p:cNvSpPr/>
          <p:nvPr userDrawn="1">
            <p:custDataLst>
              <p:tags r:id="rId8"/>
            </p:custDataLst>
          </p:nvPr>
        </p:nvSpPr>
        <p:spPr>
          <a:xfrm rot="7310889" flipH="1" flipV="1">
            <a:off x="3075305" y="4203700"/>
            <a:ext cx="297180" cy="297180"/>
          </a:xfrm>
          <a:custGeom>
            <a:avLst/>
            <a:gdLst>
              <a:gd name="connsiteX0" fmla="*/ 1143616 w 1340074"/>
              <a:gd name="connsiteY0" fmla="*/ 673 h 1340221"/>
              <a:gd name="connsiteX1" fmla="*/ 1290347 w 1340074"/>
              <a:gd name="connsiteY1" fmla="*/ 49667 h 1340221"/>
              <a:gd name="connsiteX2" fmla="*/ 983706 w 1340074"/>
              <a:gd name="connsiteY2" fmla="*/ 986491 h 1340221"/>
              <a:gd name="connsiteX3" fmla="*/ 46887 w 1340074"/>
              <a:gd name="connsiteY3" fmla="*/ 1293135 h 1340221"/>
              <a:gd name="connsiteX4" fmla="*/ 353847 w 1340074"/>
              <a:gd name="connsiteY4" fmla="*/ 356629 h 1340221"/>
              <a:gd name="connsiteX5" fmla="*/ 1143616 w 1340074"/>
              <a:gd name="connsiteY5" fmla="*/ 673 h 1340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0074" h="1340221">
                <a:moveTo>
                  <a:pt x="1143616" y="673"/>
                </a:moveTo>
                <a:cubicBezTo>
                  <a:pt x="1210001" y="4125"/>
                  <a:pt x="1261500" y="20820"/>
                  <a:pt x="1290347" y="49667"/>
                </a:cubicBezTo>
                <a:cubicBezTo>
                  <a:pt x="1405736" y="165057"/>
                  <a:pt x="1327004" y="642872"/>
                  <a:pt x="983706" y="986491"/>
                </a:cubicBezTo>
                <a:cubicBezTo>
                  <a:pt x="640089" y="1329792"/>
                  <a:pt x="156220" y="1402468"/>
                  <a:pt x="46887" y="1293135"/>
                </a:cubicBezTo>
                <a:cubicBezTo>
                  <a:pt x="-62127" y="1184120"/>
                  <a:pt x="10549" y="699930"/>
                  <a:pt x="353847" y="356629"/>
                </a:cubicBezTo>
                <a:cubicBezTo>
                  <a:pt x="611321" y="99154"/>
                  <a:pt x="944459" y="-9681"/>
                  <a:pt x="1143616" y="673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9"/>
            </p:custDataLst>
          </p:nvPr>
        </p:nvSpPr>
        <p:spPr>
          <a:xfrm flipH="1">
            <a:off x="1915160" y="3504565"/>
            <a:ext cx="1778635" cy="763905"/>
          </a:xfrm>
          <a:custGeom>
            <a:avLst/>
            <a:gdLst>
              <a:gd name="connsiteX0" fmla="*/ 1768510 w 1778558"/>
              <a:gd name="connsiteY0" fmla="*/ 0 h 763675"/>
              <a:gd name="connsiteX1" fmla="*/ 1105319 w 1778558"/>
              <a:gd name="connsiteY1" fmla="*/ 291402 h 763675"/>
              <a:gd name="connsiteX2" fmla="*/ 522514 w 1778558"/>
              <a:gd name="connsiteY2" fmla="*/ 572756 h 763675"/>
              <a:gd name="connsiteX3" fmla="*/ 0 w 1778558"/>
              <a:gd name="connsiteY3" fmla="*/ 653143 h 763675"/>
              <a:gd name="connsiteX4" fmla="*/ 462224 w 1778558"/>
              <a:gd name="connsiteY4" fmla="*/ 643094 h 763675"/>
              <a:gd name="connsiteX5" fmla="*/ 422031 w 1778558"/>
              <a:gd name="connsiteY5" fmla="*/ 763675 h 763675"/>
              <a:gd name="connsiteX6" fmla="*/ 663191 w 1778558"/>
              <a:gd name="connsiteY6" fmla="*/ 572756 h 763675"/>
              <a:gd name="connsiteX7" fmla="*/ 1778558 w 1778558"/>
              <a:gd name="connsiteY7" fmla="*/ 120580 h 763675"/>
              <a:gd name="connsiteX8" fmla="*/ 1768510 w 1778558"/>
              <a:gd name="connsiteY8" fmla="*/ 0 h 763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8558" h="763675">
                <a:moveTo>
                  <a:pt x="1768510" y="0"/>
                </a:moveTo>
                <a:lnTo>
                  <a:pt x="1105319" y="291402"/>
                </a:lnTo>
                <a:lnTo>
                  <a:pt x="522514" y="572756"/>
                </a:lnTo>
                <a:lnTo>
                  <a:pt x="0" y="653143"/>
                </a:lnTo>
                <a:lnTo>
                  <a:pt x="462224" y="643094"/>
                </a:lnTo>
                <a:lnTo>
                  <a:pt x="422031" y="763675"/>
                </a:lnTo>
                <a:lnTo>
                  <a:pt x="663191" y="572756"/>
                </a:lnTo>
                <a:lnTo>
                  <a:pt x="1778558" y="120580"/>
                </a:lnTo>
                <a:lnTo>
                  <a:pt x="176851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ree-swallow_92029"/>
          <p:cNvSpPr/>
          <p:nvPr userDrawn="1">
            <p:custDataLst>
              <p:tags r:id="rId10"/>
            </p:custDataLst>
          </p:nvPr>
        </p:nvSpPr>
        <p:spPr>
          <a:xfrm>
            <a:off x="2266315" y="3225165"/>
            <a:ext cx="894080" cy="643255"/>
          </a:xfrm>
          <a:custGeom>
            <a:avLst/>
            <a:gdLst>
              <a:gd name="T0" fmla="*/ 4733 w 4752"/>
              <a:gd name="T1" fmla="*/ 735 h 3424"/>
              <a:gd name="T2" fmla="*/ 4564 w 4752"/>
              <a:gd name="T3" fmla="*/ 469 h 3424"/>
              <a:gd name="T4" fmla="*/ 3964 w 4752"/>
              <a:gd name="T5" fmla="*/ 0 h 3424"/>
              <a:gd name="T6" fmla="*/ 3788 w 4752"/>
              <a:gd name="T7" fmla="*/ 27 h 3424"/>
              <a:gd name="T8" fmla="*/ 3205 w 4752"/>
              <a:gd name="T9" fmla="*/ 526 h 3424"/>
              <a:gd name="T10" fmla="*/ 3084 w 4752"/>
              <a:gd name="T11" fmla="*/ 694 h 3424"/>
              <a:gd name="T12" fmla="*/ 2615 w 4752"/>
              <a:gd name="T13" fmla="*/ 1089 h 3424"/>
              <a:gd name="T14" fmla="*/ 2104 w 4752"/>
              <a:gd name="T15" fmla="*/ 1513 h 3424"/>
              <a:gd name="T16" fmla="*/ 1992 w 4752"/>
              <a:gd name="T17" fmla="*/ 1614 h 3424"/>
              <a:gd name="T18" fmla="*/ 1588 w 4752"/>
              <a:gd name="T19" fmla="*/ 2003 h 3424"/>
              <a:gd name="T20" fmla="*/ 1316 w 4752"/>
              <a:gd name="T21" fmla="*/ 2217 h 3424"/>
              <a:gd name="T22" fmla="*/ 1274 w 4752"/>
              <a:gd name="T23" fmla="*/ 2244 h 3424"/>
              <a:gd name="T24" fmla="*/ 1119 w 4752"/>
              <a:gd name="T25" fmla="*/ 2305 h 3424"/>
              <a:gd name="T26" fmla="*/ 977 w 4752"/>
              <a:gd name="T27" fmla="*/ 2357 h 3424"/>
              <a:gd name="T28" fmla="*/ 960 w 4752"/>
              <a:gd name="T29" fmla="*/ 2387 h 3424"/>
              <a:gd name="T30" fmla="*/ 972 w 4752"/>
              <a:gd name="T31" fmla="*/ 2416 h 3424"/>
              <a:gd name="T32" fmla="*/ 1158 w 4752"/>
              <a:gd name="T33" fmla="*/ 2504 h 3424"/>
              <a:gd name="T34" fmla="*/ 1134 w 4752"/>
              <a:gd name="T35" fmla="*/ 2519 h 3424"/>
              <a:gd name="T36" fmla="*/ 967 w 4752"/>
              <a:gd name="T37" fmla="*/ 2614 h 3424"/>
              <a:gd name="T38" fmla="*/ 4 w 4752"/>
              <a:gd name="T39" fmla="*/ 3308 h 3424"/>
              <a:gd name="T40" fmla="*/ 8 w 4752"/>
              <a:gd name="T41" fmla="*/ 3337 h 3424"/>
              <a:gd name="T42" fmla="*/ 58 w 4752"/>
              <a:gd name="T43" fmla="*/ 3349 h 3424"/>
              <a:gd name="T44" fmla="*/ 250 w 4752"/>
              <a:gd name="T45" fmla="*/ 3271 h 3424"/>
              <a:gd name="T46" fmla="*/ 145 w 4752"/>
              <a:gd name="T47" fmla="*/ 3373 h 3424"/>
              <a:gd name="T48" fmla="*/ 111 w 4752"/>
              <a:gd name="T49" fmla="*/ 3415 h 3424"/>
              <a:gd name="T50" fmla="*/ 115 w 4752"/>
              <a:gd name="T51" fmla="*/ 3424 h 3424"/>
              <a:gd name="T52" fmla="*/ 124 w 4752"/>
              <a:gd name="T53" fmla="*/ 3424 h 3424"/>
              <a:gd name="T54" fmla="*/ 126 w 4752"/>
              <a:gd name="T55" fmla="*/ 3424 h 3424"/>
              <a:gd name="T56" fmla="*/ 915 w 4752"/>
              <a:gd name="T57" fmla="*/ 3184 h 3424"/>
              <a:gd name="T58" fmla="*/ 1685 w 4752"/>
              <a:gd name="T59" fmla="*/ 2955 h 3424"/>
              <a:gd name="T60" fmla="*/ 1716 w 4752"/>
              <a:gd name="T61" fmla="*/ 2953 h 3424"/>
              <a:gd name="T62" fmla="*/ 1855 w 4752"/>
              <a:gd name="T63" fmla="*/ 2959 h 3424"/>
              <a:gd name="T64" fmla="*/ 2245 w 4752"/>
              <a:gd name="T65" fmla="*/ 2970 h 3424"/>
              <a:gd name="T66" fmla="*/ 3316 w 4752"/>
              <a:gd name="T67" fmla="*/ 2793 h 3424"/>
              <a:gd name="T68" fmla="*/ 4043 w 4752"/>
              <a:gd name="T69" fmla="*/ 2245 h 3424"/>
              <a:gd name="T70" fmla="*/ 4251 w 4752"/>
              <a:gd name="T71" fmla="*/ 1207 h 3424"/>
              <a:gd name="T72" fmla="*/ 4316 w 4752"/>
              <a:gd name="T73" fmla="*/ 1093 h 3424"/>
              <a:gd name="T74" fmla="*/ 4457 w 4752"/>
              <a:gd name="T75" fmla="*/ 842 h 3424"/>
              <a:gd name="T76" fmla="*/ 4592 w 4752"/>
              <a:gd name="T77" fmla="*/ 807 h 3424"/>
              <a:gd name="T78" fmla="*/ 4739 w 4752"/>
              <a:gd name="T79" fmla="*/ 771 h 3424"/>
              <a:gd name="T80" fmla="*/ 4750 w 4752"/>
              <a:gd name="T81" fmla="*/ 760 h 3424"/>
              <a:gd name="T82" fmla="*/ 4733 w 4752"/>
              <a:gd name="T83" fmla="*/ 735 h 3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752" h="3424">
                <a:moveTo>
                  <a:pt x="4733" y="735"/>
                </a:moveTo>
                <a:cubicBezTo>
                  <a:pt x="4699" y="709"/>
                  <a:pt x="4610" y="642"/>
                  <a:pt x="4564" y="469"/>
                </a:cubicBezTo>
                <a:cubicBezTo>
                  <a:pt x="4532" y="349"/>
                  <a:pt x="4321" y="0"/>
                  <a:pt x="3964" y="0"/>
                </a:cubicBezTo>
                <a:cubicBezTo>
                  <a:pt x="3907" y="0"/>
                  <a:pt x="3848" y="9"/>
                  <a:pt x="3788" y="27"/>
                </a:cubicBezTo>
                <a:cubicBezTo>
                  <a:pt x="3479" y="117"/>
                  <a:pt x="3334" y="335"/>
                  <a:pt x="3205" y="526"/>
                </a:cubicBezTo>
                <a:cubicBezTo>
                  <a:pt x="3164" y="588"/>
                  <a:pt x="3126" y="645"/>
                  <a:pt x="3084" y="694"/>
                </a:cubicBezTo>
                <a:cubicBezTo>
                  <a:pt x="3045" y="741"/>
                  <a:pt x="2836" y="910"/>
                  <a:pt x="2615" y="1089"/>
                </a:cubicBezTo>
                <a:cubicBezTo>
                  <a:pt x="2415" y="1251"/>
                  <a:pt x="2208" y="1418"/>
                  <a:pt x="2104" y="1513"/>
                </a:cubicBezTo>
                <a:cubicBezTo>
                  <a:pt x="2067" y="1547"/>
                  <a:pt x="2030" y="1581"/>
                  <a:pt x="1992" y="1614"/>
                </a:cubicBezTo>
                <a:cubicBezTo>
                  <a:pt x="1856" y="1737"/>
                  <a:pt x="1716" y="1863"/>
                  <a:pt x="1588" y="2003"/>
                </a:cubicBezTo>
                <a:cubicBezTo>
                  <a:pt x="1508" y="2091"/>
                  <a:pt x="1415" y="2152"/>
                  <a:pt x="1316" y="2217"/>
                </a:cubicBezTo>
                <a:cubicBezTo>
                  <a:pt x="1302" y="2226"/>
                  <a:pt x="1288" y="2235"/>
                  <a:pt x="1274" y="2244"/>
                </a:cubicBezTo>
                <a:cubicBezTo>
                  <a:pt x="1227" y="2276"/>
                  <a:pt x="1172" y="2291"/>
                  <a:pt x="1119" y="2305"/>
                </a:cubicBezTo>
                <a:cubicBezTo>
                  <a:pt x="1071" y="2318"/>
                  <a:pt x="1022" y="2332"/>
                  <a:pt x="977" y="2357"/>
                </a:cubicBezTo>
                <a:cubicBezTo>
                  <a:pt x="967" y="2363"/>
                  <a:pt x="961" y="2374"/>
                  <a:pt x="960" y="2387"/>
                </a:cubicBezTo>
                <a:cubicBezTo>
                  <a:pt x="959" y="2398"/>
                  <a:pt x="964" y="2409"/>
                  <a:pt x="972" y="2416"/>
                </a:cubicBezTo>
                <a:cubicBezTo>
                  <a:pt x="1022" y="2453"/>
                  <a:pt x="1086" y="2484"/>
                  <a:pt x="1158" y="2504"/>
                </a:cubicBezTo>
                <a:cubicBezTo>
                  <a:pt x="1149" y="2510"/>
                  <a:pt x="1141" y="2514"/>
                  <a:pt x="1134" y="2519"/>
                </a:cubicBezTo>
                <a:cubicBezTo>
                  <a:pt x="1102" y="2539"/>
                  <a:pt x="1042" y="2572"/>
                  <a:pt x="967" y="2614"/>
                </a:cubicBezTo>
                <a:cubicBezTo>
                  <a:pt x="655" y="2787"/>
                  <a:pt x="74" y="3110"/>
                  <a:pt x="4" y="3308"/>
                </a:cubicBezTo>
                <a:cubicBezTo>
                  <a:pt x="0" y="3318"/>
                  <a:pt x="2" y="3328"/>
                  <a:pt x="8" y="3337"/>
                </a:cubicBezTo>
                <a:cubicBezTo>
                  <a:pt x="18" y="3352"/>
                  <a:pt x="41" y="3358"/>
                  <a:pt x="58" y="3349"/>
                </a:cubicBezTo>
                <a:cubicBezTo>
                  <a:pt x="181" y="3290"/>
                  <a:pt x="231" y="3274"/>
                  <a:pt x="250" y="3271"/>
                </a:cubicBezTo>
                <a:cubicBezTo>
                  <a:pt x="236" y="3295"/>
                  <a:pt x="171" y="3351"/>
                  <a:pt x="145" y="3373"/>
                </a:cubicBezTo>
                <a:cubicBezTo>
                  <a:pt x="109" y="3405"/>
                  <a:pt x="108" y="3405"/>
                  <a:pt x="111" y="3415"/>
                </a:cubicBezTo>
                <a:lnTo>
                  <a:pt x="115" y="3424"/>
                </a:lnTo>
                <a:lnTo>
                  <a:pt x="124" y="3424"/>
                </a:lnTo>
                <a:lnTo>
                  <a:pt x="126" y="3424"/>
                </a:lnTo>
                <a:cubicBezTo>
                  <a:pt x="377" y="3383"/>
                  <a:pt x="651" y="3282"/>
                  <a:pt x="915" y="3184"/>
                </a:cubicBezTo>
                <a:cubicBezTo>
                  <a:pt x="1192" y="3082"/>
                  <a:pt x="1453" y="2985"/>
                  <a:pt x="1685" y="2955"/>
                </a:cubicBezTo>
                <a:cubicBezTo>
                  <a:pt x="1692" y="2954"/>
                  <a:pt x="1702" y="2953"/>
                  <a:pt x="1716" y="2953"/>
                </a:cubicBezTo>
                <a:cubicBezTo>
                  <a:pt x="1748" y="2953"/>
                  <a:pt x="1795" y="2956"/>
                  <a:pt x="1855" y="2959"/>
                </a:cubicBezTo>
                <a:cubicBezTo>
                  <a:pt x="1955" y="2963"/>
                  <a:pt x="2092" y="2970"/>
                  <a:pt x="2245" y="2970"/>
                </a:cubicBezTo>
                <a:cubicBezTo>
                  <a:pt x="2693" y="2970"/>
                  <a:pt x="3054" y="2911"/>
                  <a:pt x="3316" y="2793"/>
                </a:cubicBezTo>
                <a:cubicBezTo>
                  <a:pt x="3669" y="2635"/>
                  <a:pt x="3893" y="2466"/>
                  <a:pt x="4043" y="2245"/>
                </a:cubicBezTo>
                <a:cubicBezTo>
                  <a:pt x="4221" y="1983"/>
                  <a:pt x="4289" y="1643"/>
                  <a:pt x="4251" y="1207"/>
                </a:cubicBezTo>
                <a:cubicBezTo>
                  <a:pt x="4248" y="1180"/>
                  <a:pt x="4280" y="1139"/>
                  <a:pt x="4316" y="1093"/>
                </a:cubicBezTo>
                <a:cubicBezTo>
                  <a:pt x="4366" y="1028"/>
                  <a:pt x="4429" y="947"/>
                  <a:pt x="4457" y="842"/>
                </a:cubicBezTo>
                <a:cubicBezTo>
                  <a:pt x="4488" y="831"/>
                  <a:pt x="4539" y="819"/>
                  <a:pt x="4592" y="807"/>
                </a:cubicBezTo>
                <a:cubicBezTo>
                  <a:pt x="4642" y="796"/>
                  <a:pt x="4692" y="785"/>
                  <a:pt x="4739" y="771"/>
                </a:cubicBezTo>
                <a:cubicBezTo>
                  <a:pt x="4745" y="769"/>
                  <a:pt x="4749" y="765"/>
                  <a:pt x="4750" y="760"/>
                </a:cubicBezTo>
                <a:cubicBezTo>
                  <a:pt x="4752" y="750"/>
                  <a:pt x="4745" y="744"/>
                  <a:pt x="4733" y="735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任意多边形: 形状 27"/>
          <p:cNvSpPr/>
          <p:nvPr userDrawn="1">
            <p:custDataLst>
              <p:tags r:id="rId11"/>
            </p:custDataLst>
          </p:nvPr>
        </p:nvSpPr>
        <p:spPr>
          <a:xfrm flipH="1">
            <a:off x="3373283" y="2996565"/>
            <a:ext cx="1376517" cy="1185545"/>
          </a:xfrm>
          <a:custGeom>
            <a:avLst/>
            <a:gdLst>
              <a:gd name="connsiteX0" fmla="*/ 548838 w 1364681"/>
              <a:gd name="connsiteY0" fmla="*/ 773663 h 1185358"/>
              <a:gd name="connsiteX1" fmla="*/ 549308 w 1364681"/>
              <a:gd name="connsiteY1" fmla="*/ 776172 h 1185358"/>
              <a:gd name="connsiteX2" fmla="*/ 549111 w 1364681"/>
              <a:gd name="connsiteY2" fmla="*/ 776736 h 1185358"/>
              <a:gd name="connsiteX3" fmla="*/ 259537 w 1364681"/>
              <a:gd name="connsiteY3" fmla="*/ 0 h 1185358"/>
              <a:gd name="connsiteX4" fmla="*/ 289170 w 1364681"/>
              <a:gd name="connsiteY4" fmla="*/ 257608 h 1185358"/>
              <a:gd name="connsiteX5" fmla="*/ 266509 w 1364681"/>
              <a:gd name="connsiteY5" fmla="*/ 492589 h 1185358"/>
              <a:gd name="connsiteX6" fmla="*/ 332747 w 1364681"/>
              <a:gd name="connsiteY6" fmla="*/ 610949 h 1185358"/>
              <a:gd name="connsiteX7" fmla="*/ 367610 w 1364681"/>
              <a:gd name="connsiteY7" fmla="*/ 429927 h 1185358"/>
              <a:gd name="connsiteX8" fmla="*/ 461738 w 1364681"/>
              <a:gd name="connsiteY8" fmla="*/ 186244 h 1185358"/>
              <a:gd name="connsiteX9" fmla="*/ 432105 w 1364681"/>
              <a:gd name="connsiteY9" fmla="*/ 445593 h 1185358"/>
              <a:gd name="connsiteX10" fmla="*/ 358894 w 1364681"/>
              <a:gd name="connsiteY10" fmla="*/ 663167 h 1185358"/>
              <a:gd name="connsiteX11" fmla="*/ 446050 w 1364681"/>
              <a:gd name="connsiteY11" fmla="*/ 1009545 h 1185358"/>
              <a:gd name="connsiteX12" fmla="*/ 527976 w 1364681"/>
              <a:gd name="connsiteY12" fmla="*/ 833745 h 1185358"/>
              <a:gd name="connsiteX13" fmla="*/ 524490 w 1364681"/>
              <a:gd name="connsiteY13" fmla="*/ 828523 h 1185358"/>
              <a:gd name="connsiteX14" fmla="*/ 534948 w 1364681"/>
              <a:gd name="connsiteY14" fmla="*/ 816339 h 1185358"/>
              <a:gd name="connsiteX15" fmla="*/ 545843 w 1364681"/>
              <a:gd name="connsiteY15" fmla="*/ 786096 h 1185358"/>
              <a:gd name="connsiteX16" fmla="*/ 549111 w 1364681"/>
              <a:gd name="connsiteY16" fmla="*/ 776736 h 1185358"/>
              <a:gd name="connsiteX17" fmla="*/ 549111 w 1364681"/>
              <a:gd name="connsiteY17" fmla="*/ 776741 h 1185358"/>
              <a:gd name="connsiteX18" fmla="*/ 549674 w 1364681"/>
              <a:gd name="connsiteY18" fmla="*/ 778130 h 1185358"/>
              <a:gd name="connsiteX19" fmla="*/ 550636 w 1364681"/>
              <a:gd name="connsiteY19" fmla="*/ 783268 h 1185358"/>
              <a:gd name="connsiteX20" fmla="*/ 551426 w 1364681"/>
              <a:gd name="connsiteY20" fmla="*/ 782452 h 1185358"/>
              <a:gd name="connsiteX21" fmla="*/ 549674 w 1364681"/>
              <a:gd name="connsiteY21" fmla="*/ 778130 h 1185358"/>
              <a:gd name="connsiteX22" fmla="*/ 549308 w 1364681"/>
              <a:gd name="connsiteY22" fmla="*/ 776172 h 1185358"/>
              <a:gd name="connsiteX23" fmla="*/ 554123 w 1364681"/>
              <a:gd name="connsiteY23" fmla="*/ 762381 h 1185358"/>
              <a:gd name="connsiteX24" fmla="*/ 548430 w 1364681"/>
              <a:gd name="connsiteY24" fmla="*/ 769071 h 1185358"/>
              <a:gd name="connsiteX25" fmla="*/ 548838 w 1364681"/>
              <a:gd name="connsiteY25" fmla="*/ 773663 h 1185358"/>
              <a:gd name="connsiteX26" fmla="*/ 547940 w 1364681"/>
              <a:gd name="connsiteY26" fmla="*/ 768867 h 1185358"/>
              <a:gd name="connsiteX27" fmla="*/ 780727 w 1364681"/>
              <a:gd name="connsiteY27" fmla="*/ 428187 h 1185358"/>
              <a:gd name="connsiteX28" fmla="*/ 1113661 w 1364681"/>
              <a:gd name="connsiteY28" fmla="*/ 161876 h 1185358"/>
              <a:gd name="connsiteX29" fmla="*/ 859167 w 1364681"/>
              <a:gd name="connsiteY29" fmla="*/ 503032 h 1185358"/>
              <a:gd name="connsiteX30" fmla="*/ 561095 w 1364681"/>
              <a:gd name="connsiteY30" fmla="*/ 758900 h 1185358"/>
              <a:gd name="connsiteX31" fmla="*/ 559352 w 1364681"/>
              <a:gd name="connsiteY31" fmla="*/ 804155 h 1185358"/>
              <a:gd name="connsiteX32" fmla="*/ 939350 w 1364681"/>
              <a:gd name="connsiteY32" fmla="*/ 741494 h 1185358"/>
              <a:gd name="connsiteX33" fmla="*/ 1364669 w 1364681"/>
              <a:gd name="connsiteY33" fmla="*/ 760640 h 1185358"/>
              <a:gd name="connsiteX34" fmla="*/ 948066 w 1364681"/>
              <a:gd name="connsiteY34" fmla="*/ 849411 h 1185358"/>
              <a:gd name="connsiteX35" fmla="*/ 554123 w 1364681"/>
              <a:gd name="connsiteY35" fmla="*/ 845929 h 1185358"/>
              <a:gd name="connsiteX36" fmla="*/ 442564 w 1364681"/>
              <a:gd name="connsiteY36" fmla="*/ 1127906 h 1185358"/>
              <a:gd name="connsiteX37" fmla="*/ 442564 w 1364681"/>
              <a:gd name="connsiteY37" fmla="*/ 1126165 h 1185358"/>
              <a:gd name="connsiteX38" fmla="*/ 433782 w 1364681"/>
              <a:gd name="connsiteY38" fmla="*/ 1185358 h 1185358"/>
              <a:gd name="connsiteX39" fmla="*/ 409926 w 1364681"/>
              <a:gd name="connsiteY39" fmla="*/ 1173146 h 1185358"/>
              <a:gd name="connsiteX40" fmla="*/ 308758 w 1364681"/>
              <a:gd name="connsiteY40" fmla="*/ 1101219 h 1185358"/>
              <a:gd name="connsiteX41" fmla="*/ 306177 w 1364681"/>
              <a:gd name="connsiteY41" fmla="*/ 1098759 h 1185358"/>
              <a:gd name="connsiteX42" fmla="*/ 306601 w 1364681"/>
              <a:gd name="connsiteY42" fmla="*/ 1094345 h 1185358"/>
              <a:gd name="connsiteX43" fmla="*/ 212473 w 1364681"/>
              <a:gd name="connsiteY43" fmla="*/ 985177 h 1185358"/>
              <a:gd name="connsiteX44" fmla="*/ 184408 w 1364681"/>
              <a:gd name="connsiteY44" fmla="*/ 971573 h 1185358"/>
              <a:gd name="connsiteX45" fmla="*/ 142558 w 1364681"/>
              <a:gd name="connsiteY45" fmla="*/ 918310 h 1185358"/>
              <a:gd name="connsiteX46" fmla="*/ 92255 w 1364681"/>
              <a:gd name="connsiteY46" fmla="*/ 830791 h 1185358"/>
              <a:gd name="connsiteX47" fmla="*/ 183494 w 1364681"/>
              <a:gd name="connsiteY47" fmla="*/ 890967 h 1185358"/>
              <a:gd name="connsiteX48" fmla="*/ 317059 w 1364681"/>
              <a:gd name="connsiteY48" fmla="*/ 939922 h 1185358"/>
              <a:gd name="connsiteX49" fmla="*/ 184583 w 1364681"/>
              <a:gd name="connsiteY49" fmla="*/ 428187 h 1185358"/>
              <a:gd name="connsiteX50" fmla="*/ 184583 w 1364681"/>
              <a:gd name="connsiteY50" fmla="*/ 429927 h 1185358"/>
              <a:gd name="connsiteX51" fmla="*/ 3681 w 1364681"/>
              <a:gd name="connsiteY51" fmla="*/ 380483 h 1185358"/>
              <a:gd name="connsiteX52" fmla="*/ 0 w 1364681"/>
              <a:gd name="connsiteY52" fmla="*/ 378767 h 1185358"/>
              <a:gd name="connsiteX53" fmla="*/ 5499 w 1364681"/>
              <a:gd name="connsiteY53" fmla="*/ 306086 h 1185358"/>
              <a:gd name="connsiteX54" fmla="*/ 6479 w 1364681"/>
              <a:gd name="connsiteY54" fmla="*/ 301836 h 1185358"/>
              <a:gd name="connsiteX55" fmla="*/ 21248 w 1364681"/>
              <a:gd name="connsiteY55" fmla="*/ 309554 h 1185358"/>
              <a:gd name="connsiteX56" fmla="*/ 179354 w 1364681"/>
              <a:gd name="connsiteY56" fmla="*/ 417743 h 1185358"/>
              <a:gd name="connsiteX57" fmla="*/ 161923 w 1364681"/>
              <a:gd name="connsiteY57" fmla="*/ 363785 h 1185358"/>
              <a:gd name="connsiteX58" fmla="*/ 76864 w 1364681"/>
              <a:gd name="connsiteY58" fmla="*/ 223531 h 1185358"/>
              <a:gd name="connsiteX59" fmla="*/ 45093 w 1364681"/>
              <a:gd name="connsiteY59" fmla="*/ 153773 h 1185358"/>
              <a:gd name="connsiteX60" fmla="*/ 78906 w 1364681"/>
              <a:gd name="connsiteY60" fmla="*/ 67954 h 1185358"/>
              <a:gd name="connsiteX61" fmla="*/ 102657 w 1364681"/>
              <a:gd name="connsiteY61" fmla="*/ 120101 h 1185358"/>
              <a:gd name="connsiteX62" fmla="*/ 177611 w 1364681"/>
              <a:gd name="connsiteY62" fmla="*/ 358563 h 1185358"/>
              <a:gd name="connsiteX63" fmla="*/ 231647 w 1364681"/>
              <a:gd name="connsiteY63" fmla="*/ 436890 h 1185358"/>
              <a:gd name="connsiteX64" fmla="*/ 224675 w 1364681"/>
              <a:gd name="connsiteY64" fmla="*/ 257608 h 1185358"/>
              <a:gd name="connsiteX65" fmla="*/ 259537 w 1364681"/>
              <a:gd name="connsiteY65" fmla="*/ 0 h 1185358"/>
              <a:gd name="connsiteX0-1" fmla="*/ 548838 w 1364681"/>
              <a:gd name="connsiteY0-2" fmla="*/ 773663 h 1185358"/>
              <a:gd name="connsiteX1-3" fmla="*/ 549308 w 1364681"/>
              <a:gd name="connsiteY1-4" fmla="*/ 776172 h 1185358"/>
              <a:gd name="connsiteX2-5" fmla="*/ 549111 w 1364681"/>
              <a:gd name="connsiteY2-6" fmla="*/ 776736 h 1185358"/>
              <a:gd name="connsiteX3-7" fmla="*/ 548838 w 1364681"/>
              <a:gd name="connsiteY3-8" fmla="*/ 773663 h 1185358"/>
              <a:gd name="connsiteX4-9" fmla="*/ 259537 w 1364681"/>
              <a:gd name="connsiteY4-10" fmla="*/ 0 h 1185358"/>
              <a:gd name="connsiteX5-11" fmla="*/ 289170 w 1364681"/>
              <a:gd name="connsiteY5-12" fmla="*/ 257608 h 1185358"/>
              <a:gd name="connsiteX6-13" fmla="*/ 266509 w 1364681"/>
              <a:gd name="connsiteY6-14" fmla="*/ 492589 h 1185358"/>
              <a:gd name="connsiteX7-15" fmla="*/ 332747 w 1364681"/>
              <a:gd name="connsiteY7-16" fmla="*/ 610949 h 1185358"/>
              <a:gd name="connsiteX8-17" fmla="*/ 367610 w 1364681"/>
              <a:gd name="connsiteY8-18" fmla="*/ 429927 h 1185358"/>
              <a:gd name="connsiteX9-19" fmla="*/ 461738 w 1364681"/>
              <a:gd name="connsiteY9-20" fmla="*/ 186244 h 1185358"/>
              <a:gd name="connsiteX10-21" fmla="*/ 432105 w 1364681"/>
              <a:gd name="connsiteY10-22" fmla="*/ 445593 h 1185358"/>
              <a:gd name="connsiteX11-23" fmla="*/ 358894 w 1364681"/>
              <a:gd name="connsiteY11-24" fmla="*/ 663167 h 1185358"/>
              <a:gd name="connsiteX12-25" fmla="*/ 446050 w 1364681"/>
              <a:gd name="connsiteY12-26" fmla="*/ 1009545 h 1185358"/>
              <a:gd name="connsiteX13-27" fmla="*/ 527976 w 1364681"/>
              <a:gd name="connsiteY13-28" fmla="*/ 833745 h 1185358"/>
              <a:gd name="connsiteX14-29" fmla="*/ 524490 w 1364681"/>
              <a:gd name="connsiteY14-30" fmla="*/ 828523 h 1185358"/>
              <a:gd name="connsiteX15-31" fmla="*/ 534948 w 1364681"/>
              <a:gd name="connsiteY15-32" fmla="*/ 816339 h 1185358"/>
              <a:gd name="connsiteX16-33" fmla="*/ 545843 w 1364681"/>
              <a:gd name="connsiteY16-34" fmla="*/ 786096 h 1185358"/>
              <a:gd name="connsiteX17-35" fmla="*/ 549111 w 1364681"/>
              <a:gd name="connsiteY17-36" fmla="*/ 776736 h 1185358"/>
              <a:gd name="connsiteX18-37" fmla="*/ 549111 w 1364681"/>
              <a:gd name="connsiteY18-38" fmla="*/ 776741 h 1185358"/>
              <a:gd name="connsiteX19-39" fmla="*/ 549674 w 1364681"/>
              <a:gd name="connsiteY19-40" fmla="*/ 778130 h 1185358"/>
              <a:gd name="connsiteX20-41" fmla="*/ 550636 w 1364681"/>
              <a:gd name="connsiteY20-42" fmla="*/ 783268 h 1185358"/>
              <a:gd name="connsiteX21-43" fmla="*/ 551426 w 1364681"/>
              <a:gd name="connsiteY21-44" fmla="*/ 782452 h 1185358"/>
              <a:gd name="connsiteX22-45" fmla="*/ 549674 w 1364681"/>
              <a:gd name="connsiteY22-46" fmla="*/ 778130 h 1185358"/>
              <a:gd name="connsiteX23-47" fmla="*/ 549308 w 1364681"/>
              <a:gd name="connsiteY23-48" fmla="*/ 776172 h 1185358"/>
              <a:gd name="connsiteX24-49" fmla="*/ 554123 w 1364681"/>
              <a:gd name="connsiteY24-50" fmla="*/ 762381 h 1185358"/>
              <a:gd name="connsiteX25-51" fmla="*/ 548430 w 1364681"/>
              <a:gd name="connsiteY25-52" fmla="*/ 769071 h 1185358"/>
              <a:gd name="connsiteX26-53" fmla="*/ 548838 w 1364681"/>
              <a:gd name="connsiteY26-54" fmla="*/ 773663 h 1185358"/>
              <a:gd name="connsiteX27-55" fmla="*/ 547940 w 1364681"/>
              <a:gd name="connsiteY27-56" fmla="*/ 768867 h 1185358"/>
              <a:gd name="connsiteX28-57" fmla="*/ 780727 w 1364681"/>
              <a:gd name="connsiteY28-58" fmla="*/ 428187 h 1185358"/>
              <a:gd name="connsiteX29-59" fmla="*/ 975541 w 1364681"/>
              <a:gd name="connsiteY29-60" fmla="*/ 111878 h 1185358"/>
              <a:gd name="connsiteX30-61" fmla="*/ 859167 w 1364681"/>
              <a:gd name="connsiteY30-62" fmla="*/ 503032 h 1185358"/>
              <a:gd name="connsiteX31-63" fmla="*/ 561095 w 1364681"/>
              <a:gd name="connsiteY31-64" fmla="*/ 758900 h 1185358"/>
              <a:gd name="connsiteX32-65" fmla="*/ 559352 w 1364681"/>
              <a:gd name="connsiteY32-66" fmla="*/ 804155 h 1185358"/>
              <a:gd name="connsiteX33-67" fmla="*/ 939350 w 1364681"/>
              <a:gd name="connsiteY33-68" fmla="*/ 741494 h 1185358"/>
              <a:gd name="connsiteX34-69" fmla="*/ 1364669 w 1364681"/>
              <a:gd name="connsiteY34-70" fmla="*/ 760640 h 1185358"/>
              <a:gd name="connsiteX35-71" fmla="*/ 948066 w 1364681"/>
              <a:gd name="connsiteY35-72" fmla="*/ 849411 h 1185358"/>
              <a:gd name="connsiteX36-73" fmla="*/ 554123 w 1364681"/>
              <a:gd name="connsiteY36-74" fmla="*/ 845929 h 1185358"/>
              <a:gd name="connsiteX37-75" fmla="*/ 442564 w 1364681"/>
              <a:gd name="connsiteY37-76" fmla="*/ 1127906 h 1185358"/>
              <a:gd name="connsiteX38-77" fmla="*/ 442564 w 1364681"/>
              <a:gd name="connsiteY38-78" fmla="*/ 1126165 h 1185358"/>
              <a:gd name="connsiteX39-79" fmla="*/ 433782 w 1364681"/>
              <a:gd name="connsiteY39-80" fmla="*/ 1185358 h 1185358"/>
              <a:gd name="connsiteX40-81" fmla="*/ 409926 w 1364681"/>
              <a:gd name="connsiteY40-82" fmla="*/ 1173146 h 1185358"/>
              <a:gd name="connsiteX41-83" fmla="*/ 308758 w 1364681"/>
              <a:gd name="connsiteY41-84" fmla="*/ 1101219 h 1185358"/>
              <a:gd name="connsiteX42-85" fmla="*/ 306177 w 1364681"/>
              <a:gd name="connsiteY42-86" fmla="*/ 1098759 h 1185358"/>
              <a:gd name="connsiteX43-87" fmla="*/ 306601 w 1364681"/>
              <a:gd name="connsiteY43-88" fmla="*/ 1094345 h 1185358"/>
              <a:gd name="connsiteX44-89" fmla="*/ 212473 w 1364681"/>
              <a:gd name="connsiteY44-90" fmla="*/ 985177 h 1185358"/>
              <a:gd name="connsiteX45-91" fmla="*/ 184408 w 1364681"/>
              <a:gd name="connsiteY45-92" fmla="*/ 971573 h 1185358"/>
              <a:gd name="connsiteX46-93" fmla="*/ 142558 w 1364681"/>
              <a:gd name="connsiteY46-94" fmla="*/ 918310 h 1185358"/>
              <a:gd name="connsiteX47-95" fmla="*/ 92255 w 1364681"/>
              <a:gd name="connsiteY47-96" fmla="*/ 830791 h 1185358"/>
              <a:gd name="connsiteX48-97" fmla="*/ 183494 w 1364681"/>
              <a:gd name="connsiteY48-98" fmla="*/ 890967 h 1185358"/>
              <a:gd name="connsiteX49-99" fmla="*/ 317059 w 1364681"/>
              <a:gd name="connsiteY49-100" fmla="*/ 939922 h 1185358"/>
              <a:gd name="connsiteX50-101" fmla="*/ 184583 w 1364681"/>
              <a:gd name="connsiteY50-102" fmla="*/ 428187 h 1185358"/>
              <a:gd name="connsiteX51-103" fmla="*/ 184583 w 1364681"/>
              <a:gd name="connsiteY51-104" fmla="*/ 429927 h 1185358"/>
              <a:gd name="connsiteX52-105" fmla="*/ 3681 w 1364681"/>
              <a:gd name="connsiteY52-106" fmla="*/ 380483 h 1185358"/>
              <a:gd name="connsiteX53-107" fmla="*/ 0 w 1364681"/>
              <a:gd name="connsiteY53-108" fmla="*/ 378767 h 1185358"/>
              <a:gd name="connsiteX54-109" fmla="*/ 5499 w 1364681"/>
              <a:gd name="connsiteY54-110" fmla="*/ 306086 h 1185358"/>
              <a:gd name="connsiteX55-111" fmla="*/ 6479 w 1364681"/>
              <a:gd name="connsiteY55-112" fmla="*/ 301836 h 1185358"/>
              <a:gd name="connsiteX56-113" fmla="*/ 21248 w 1364681"/>
              <a:gd name="connsiteY56-114" fmla="*/ 309554 h 1185358"/>
              <a:gd name="connsiteX57-115" fmla="*/ 179354 w 1364681"/>
              <a:gd name="connsiteY57-116" fmla="*/ 417743 h 1185358"/>
              <a:gd name="connsiteX58-117" fmla="*/ 161923 w 1364681"/>
              <a:gd name="connsiteY58-118" fmla="*/ 363785 h 1185358"/>
              <a:gd name="connsiteX59-119" fmla="*/ 76864 w 1364681"/>
              <a:gd name="connsiteY59-120" fmla="*/ 223531 h 1185358"/>
              <a:gd name="connsiteX60-121" fmla="*/ 45093 w 1364681"/>
              <a:gd name="connsiteY60-122" fmla="*/ 153773 h 1185358"/>
              <a:gd name="connsiteX61-123" fmla="*/ 78906 w 1364681"/>
              <a:gd name="connsiteY61-124" fmla="*/ 67954 h 1185358"/>
              <a:gd name="connsiteX62-125" fmla="*/ 102657 w 1364681"/>
              <a:gd name="connsiteY62-126" fmla="*/ 120101 h 1185358"/>
              <a:gd name="connsiteX63-127" fmla="*/ 177611 w 1364681"/>
              <a:gd name="connsiteY63-128" fmla="*/ 358563 h 1185358"/>
              <a:gd name="connsiteX64-129" fmla="*/ 231647 w 1364681"/>
              <a:gd name="connsiteY64-130" fmla="*/ 436890 h 1185358"/>
              <a:gd name="connsiteX65-131" fmla="*/ 224675 w 1364681"/>
              <a:gd name="connsiteY65-132" fmla="*/ 257608 h 1185358"/>
              <a:gd name="connsiteX66" fmla="*/ 259537 w 1364681"/>
              <a:gd name="connsiteY66" fmla="*/ 0 h 1185358"/>
              <a:gd name="connsiteX0-133" fmla="*/ 548838 w 1364681"/>
              <a:gd name="connsiteY0-134" fmla="*/ 773663 h 1185358"/>
              <a:gd name="connsiteX1-135" fmla="*/ 549308 w 1364681"/>
              <a:gd name="connsiteY1-136" fmla="*/ 776172 h 1185358"/>
              <a:gd name="connsiteX2-137" fmla="*/ 549111 w 1364681"/>
              <a:gd name="connsiteY2-138" fmla="*/ 776736 h 1185358"/>
              <a:gd name="connsiteX3-139" fmla="*/ 548838 w 1364681"/>
              <a:gd name="connsiteY3-140" fmla="*/ 773663 h 1185358"/>
              <a:gd name="connsiteX4-141" fmla="*/ 259537 w 1364681"/>
              <a:gd name="connsiteY4-142" fmla="*/ 0 h 1185358"/>
              <a:gd name="connsiteX5-143" fmla="*/ 289170 w 1364681"/>
              <a:gd name="connsiteY5-144" fmla="*/ 257608 h 1185358"/>
              <a:gd name="connsiteX6-145" fmla="*/ 266509 w 1364681"/>
              <a:gd name="connsiteY6-146" fmla="*/ 492589 h 1185358"/>
              <a:gd name="connsiteX7-147" fmla="*/ 332747 w 1364681"/>
              <a:gd name="connsiteY7-148" fmla="*/ 610949 h 1185358"/>
              <a:gd name="connsiteX8-149" fmla="*/ 367610 w 1364681"/>
              <a:gd name="connsiteY8-150" fmla="*/ 429927 h 1185358"/>
              <a:gd name="connsiteX9-151" fmla="*/ 461738 w 1364681"/>
              <a:gd name="connsiteY9-152" fmla="*/ 186244 h 1185358"/>
              <a:gd name="connsiteX10-153" fmla="*/ 432105 w 1364681"/>
              <a:gd name="connsiteY10-154" fmla="*/ 445593 h 1185358"/>
              <a:gd name="connsiteX11-155" fmla="*/ 358894 w 1364681"/>
              <a:gd name="connsiteY11-156" fmla="*/ 663167 h 1185358"/>
              <a:gd name="connsiteX12-157" fmla="*/ 446050 w 1364681"/>
              <a:gd name="connsiteY12-158" fmla="*/ 1009545 h 1185358"/>
              <a:gd name="connsiteX13-159" fmla="*/ 527976 w 1364681"/>
              <a:gd name="connsiteY13-160" fmla="*/ 833745 h 1185358"/>
              <a:gd name="connsiteX14-161" fmla="*/ 524490 w 1364681"/>
              <a:gd name="connsiteY14-162" fmla="*/ 828523 h 1185358"/>
              <a:gd name="connsiteX15-163" fmla="*/ 534948 w 1364681"/>
              <a:gd name="connsiteY15-164" fmla="*/ 816339 h 1185358"/>
              <a:gd name="connsiteX16-165" fmla="*/ 545843 w 1364681"/>
              <a:gd name="connsiteY16-166" fmla="*/ 786096 h 1185358"/>
              <a:gd name="connsiteX17-167" fmla="*/ 549111 w 1364681"/>
              <a:gd name="connsiteY17-168" fmla="*/ 776736 h 1185358"/>
              <a:gd name="connsiteX18-169" fmla="*/ 549111 w 1364681"/>
              <a:gd name="connsiteY18-170" fmla="*/ 776741 h 1185358"/>
              <a:gd name="connsiteX19-171" fmla="*/ 549674 w 1364681"/>
              <a:gd name="connsiteY19-172" fmla="*/ 778130 h 1185358"/>
              <a:gd name="connsiteX20-173" fmla="*/ 550636 w 1364681"/>
              <a:gd name="connsiteY20-174" fmla="*/ 783268 h 1185358"/>
              <a:gd name="connsiteX21-175" fmla="*/ 551426 w 1364681"/>
              <a:gd name="connsiteY21-176" fmla="*/ 782452 h 1185358"/>
              <a:gd name="connsiteX22-177" fmla="*/ 549674 w 1364681"/>
              <a:gd name="connsiteY22-178" fmla="*/ 778130 h 1185358"/>
              <a:gd name="connsiteX23-179" fmla="*/ 549308 w 1364681"/>
              <a:gd name="connsiteY23-180" fmla="*/ 776172 h 1185358"/>
              <a:gd name="connsiteX24-181" fmla="*/ 554123 w 1364681"/>
              <a:gd name="connsiteY24-182" fmla="*/ 762381 h 1185358"/>
              <a:gd name="connsiteX25-183" fmla="*/ 548430 w 1364681"/>
              <a:gd name="connsiteY25-184" fmla="*/ 769071 h 1185358"/>
              <a:gd name="connsiteX26-185" fmla="*/ 548838 w 1364681"/>
              <a:gd name="connsiteY26-186" fmla="*/ 773663 h 1185358"/>
              <a:gd name="connsiteX27-187" fmla="*/ 547940 w 1364681"/>
              <a:gd name="connsiteY27-188" fmla="*/ 768867 h 1185358"/>
              <a:gd name="connsiteX28-189" fmla="*/ 773582 w 1364681"/>
              <a:gd name="connsiteY28-190" fmla="*/ 425807 h 1185358"/>
              <a:gd name="connsiteX29-191" fmla="*/ 975541 w 1364681"/>
              <a:gd name="connsiteY29-192" fmla="*/ 111878 h 1185358"/>
              <a:gd name="connsiteX30-193" fmla="*/ 859167 w 1364681"/>
              <a:gd name="connsiteY30-194" fmla="*/ 503032 h 1185358"/>
              <a:gd name="connsiteX31-195" fmla="*/ 561095 w 1364681"/>
              <a:gd name="connsiteY31-196" fmla="*/ 758900 h 1185358"/>
              <a:gd name="connsiteX32-197" fmla="*/ 559352 w 1364681"/>
              <a:gd name="connsiteY32-198" fmla="*/ 804155 h 1185358"/>
              <a:gd name="connsiteX33-199" fmla="*/ 939350 w 1364681"/>
              <a:gd name="connsiteY33-200" fmla="*/ 741494 h 1185358"/>
              <a:gd name="connsiteX34-201" fmla="*/ 1364669 w 1364681"/>
              <a:gd name="connsiteY34-202" fmla="*/ 760640 h 1185358"/>
              <a:gd name="connsiteX35-203" fmla="*/ 948066 w 1364681"/>
              <a:gd name="connsiteY35-204" fmla="*/ 849411 h 1185358"/>
              <a:gd name="connsiteX36-205" fmla="*/ 554123 w 1364681"/>
              <a:gd name="connsiteY36-206" fmla="*/ 845929 h 1185358"/>
              <a:gd name="connsiteX37-207" fmla="*/ 442564 w 1364681"/>
              <a:gd name="connsiteY37-208" fmla="*/ 1127906 h 1185358"/>
              <a:gd name="connsiteX38-209" fmla="*/ 442564 w 1364681"/>
              <a:gd name="connsiteY38-210" fmla="*/ 1126165 h 1185358"/>
              <a:gd name="connsiteX39-211" fmla="*/ 433782 w 1364681"/>
              <a:gd name="connsiteY39-212" fmla="*/ 1185358 h 1185358"/>
              <a:gd name="connsiteX40-213" fmla="*/ 409926 w 1364681"/>
              <a:gd name="connsiteY40-214" fmla="*/ 1173146 h 1185358"/>
              <a:gd name="connsiteX41-215" fmla="*/ 308758 w 1364681"/>
              <a:gd name="connsiteY41-216" fmla="*/ 1101219 h 1185358"/>
              <a:gd name="connsiteX42-217" fmla="*/ 306177 w 1364681"/>
              <a:gd name="connsiteY42-218" fmla="*/ 1098759 h 1185358"/>
              <a:gd name="connsiteX43-219" fmla="*/ 306601 w 1364681"/>
              <a:gd name="connsiteY43-220" fmla="*/ 1094345 h 1185358"/>
              <a:gd name="connsiteX44-221" fmla="*/ 212473 w 1364681"/>
              <a:gd name="connsiteY44-222" fmla="*/ 985177 h 1185358"/>
              <a:gd name="connsiteX45-223" fmla="*/ 184408 w 1364681"/>
              <a:gd name="connsiteY45-224" fmla="*/ 971573 h 1185358"/>
              <a:gd name="connsiteX46-225" fmla="*/ 142558 w 1364681"/>
              <a:gd name="connsiteY46-226" fmla="*/ 918310 h 1185358"/>
              <a:gd name="connsiteX47-227" fmla="*/ 92255 w 1364681"/>
              <a:gd name="connsiteY47-228" fmla="*/ 830791 h 1185358"/>
              <a:gd name="connsiteX48-229" fmla="*/ 183494 w 1364681"/>
              <a:gd name="connsiteY48-230" fmla="*/ 890967 h 1185358"/>
              <a:gd name="connsiteX49-231" fmla="*/ 317059 w 1364681"/>
              <a:gd name="connsiteY49-232" fmla="*/ 939922 h 1185358"/>
              <a:gd name="connsiteX50-233" fmla="*/ 184583 w 1364681"/>
              <a:gd name="connsiteY50-234" fmla="*/ 428187 h 1185358"/>
              <a:gd name="connsiteX51-235" fmla="*/ 184583 w 1364681"/>
              <a:gd name="connsiteY51-236" fmla="*/ 429927 h 1185358"/>
              <a:gd name="connsiteX52-237" fmla="*/ 3681 w 1364681"/>
              <a:gd name="connsiteY52-238" fmla="*/ 380483 h 1185358"/>
              <a:gd name="connsiteX53-239" fmla="*/ 0 w 1364681"/>
              <a:gd name="connsiteY53-240" fmla="*/ 378767 h 1185358"/>
              <a:gd name="connsiteX54-241" fmla="*/ 5499 w 1364681"/>
              <a:gd name="connsiteY54-242" fmla="*/ 306086 h 1185358"/>
              <a:gd name="connsiteX55-243" fmla="*/ 6479 w 1364681"/>
              <a:gd name="connsiteY55-244" fmla="*/ 301836 h 1185358"/>
              <a:gd name="connsiteX56-245" fmla="*/ 21248 w 1364681"/>
              <a:gd name="connsiteY56-246" fmla="*/ 309554 h 1185358"/>
              <a:gd name="connsiteX57-247" fmla="*/ 179354 w 1364681"/>
              <a:gd name="connsiteY57-248" fmla="*/ 417743 h 1185358"/>
              <a:gd name="connsiteX58-249" fmla="*/ 161923 w 1364681"/>
              <a:gd name="connsiteY58-250" fmla="*/ 363785 h 1185358"/>
              <a:gd name="connsiteX59-251" fmla="*/ 76864 w 1364681"/>
              <a:gd name="connsiteY59-252" fmla="*/ 223531 h 1185358"/>
              <a:gd name="connsiteX60-253" fmla="*/ 45093 w 1364681"/>
              <a:gd name="connsiteY60-254" fmla="*/ 153773 h 1185358"/>
              <a:gd name="connsiteX61-255" fmla="*/ 78906 w 1364681"/>
              <a:gd name="connsiteY61-256" fmla="*/ 67954 h 1185358"/>
              <a:gd name="connsiteX62-257" fmla="*/ 102657 w 1364681"/>
              <a:gd name="connsiteY62-258" fmla="*/ 120101 h 1185358"/>
              <a:gd name="connsiteX63-259" fmla="*/ 177611 w 1364681"/>
              <a:gd name="connsiteY63-260" fmla="*/ 358563 h 1185358"/>
              <a:gd name="connsiteX64-261" fmla="*/ 231647 w 1364681"/>
              <a:gd name="connsiteY64-262" fmla="*/ 436890 h 1185358"/>
              <a:gd name="connsiteX65-263" fmla="*/ 224675 w 1364681"/>
              <a:gd name="connsiteY65-264" fmla="*/ 257608 h 1185358"/>
              <a:gd name="connsiteX66-265" fmla="*/ 259537 w 1364681"/>
              <a:gd name="connsiteY66-266" fmla="*/ 0 h 1185358"/>
              <a:gd name="connsiteX0-267" fmla="*/ 548838 w 1364681"/>
              <a:gd name="connsiteY0-268" fmla="*/ 773663 h 1185358"/>
              <a:gd name="connsiteX1-269" fmla="*/ 549308 w 1364681"/>
              <a:gd name="connsiteY1-270" fmla="*/ 776172 h 1185358"/>
              <a:gd name="connsiteX2-271" fmla="*/ 549111 w 1364681"/>
              <a:gd name="connsiteY2-272" fmla="*/ 776736 h 1185358"/>
              <a:gd name="connsiteX3-273" fmla="*/ 548838 w 1364681"/>
              <a:gd name="connsiteY3-274" fmla="*/ 773663 h 1185358"/>
              <a:gd name="connsiteX4-275" fmla="*/ 259537 w 1364681"/>
              <a:gd name="connsiteY4-276" fmla="*/ 0 h 1185358"/>
              <a:gd name="connsiteX5-277" fmla="*/ 289170 w 1364681"/>
              <a:gd name="connsiteY5-278" fmla="*/ 257608 h 1185358"/>
              <a:gd name="connsiteX6-279" fmla="*/ 266509 w 1364681"/>
              <a:gd name="connsiteY6-280" fmla="*/ 492589 h 1185358"/>
              <a:gd name="connsiteX7-281" fmla="*/ 332747 w 1364681"/>
              <a:gd name="connsiteY7-282" fmla="*/ 610949 h 1185358"/>
              <a:gd name="connsiteX8-283" fmla="*/ 367610 w 1364681"/>
              <a:gd name="connsiteY8-284" fmla="*/ 429927 h 1185358"/>
              <a:gd name="connsiteX9-285" fmla="*/ 461738 w 1364681"/>
              <a:gd name="connsiteY9-286" fmla="*/ 186244 h 1185358"/>
              <a:gd name="connsiteX10-287" fmla="*/ 432105 w 1364681"/>
              <a:gd name="connsiteY10-288" fmla="*/ 445593 h 1185358"/>
              <a:gd name="connsiteX11-289" fmla="*/ 358894 w 1364681"/>
              <a:gd name="connsiteY11-290" fmla="*/ 663167 h 1185358"/>
              <a:gd name="connsiteX12-291" fmla="*/ 446050 w 1364681"/>
              <a:gd name="connsiteY12-292" fmla="*/ 1009545 h 1185358"/>
              <a:gd name="connsiteX13-293" fmla="*/ 527976 w 1364681"/>
              <a:gd name="connsiteY13-294" fmla="*/ 833745 h 1185358"/>
              <a:gd name="connsiteX14-295" fmla="*/ 524490 w 1364681"/>
              <a:gd name="connsiteY14-296" fmla="*/ 828523 h 1185358"/>
              <a:gd name="connsiteX15-297" fmla="*/ 534948 w 1364681"/>
              <a:gd name="connsiteY15-298" fmla="*/ 816339 h 1185358"/>
              <a:gd name="connsiteX16-299" fmla="*/ 545843 w 1364681"/>
              <a:gd name="connsiteY16-300" fmla="*/ 786096 h 1185358"/>
              <a:gd name="connsiteX17-301" fmla="*/ 549111 w 1364681"/>
              <a:gd name="connsiteY17-302" fmla="*/ 776736 h 1185358"/>
              <a:gd name="connsiteX18-303" fmla="*/ 549111 w 1364681"/>
              <a:gd name="connsiteY18-304" fmla="*/ 776741 h 1185358"/>
              <a:gd name="connsiteX19-305" fmla="*/ 549674 w 1364681"/>
              <a:gd name="connsiteY19-306" fmla="*/ 778130 h 1185358"/>
              <a:gd name="connsiteX20-307" fmla="*/ 550636 w 1364681"/>
              <a:gd name="connsiteY20-308" fmla="*/ 783268 h 1185358"/>
              <a:gd name="connsiteX21-309" fmla="*/ 551426 w 1364681"/>
              <a:gd name="connsiteY21-310" fmla="*/ 782452 h 1185358"/>
              <a:gd name="connsiteX22-311" fmla="*/ 549674 w 1364681"/>
              <a:gd name="connsiteY22-312" fmla="*/ 778130 h 1185358"/>
              <a:gd name="connsiteX23-313" fmla="*/ 549308 w 1364681"/>
              <a:gd name="connsiteY23-314" fmla="*/ 776172 h 1185358"/>
              <a:gd name="connsiteX24-315" fmla="*/ 554123 w 1364681"/>
              <a:gd name="connsiteY24-316" fmla="*/ 762381 h 1185358"/>
              <a:gd name="connsiteX25-317" fmla="*/ 548430 w 1364681"/>
              <a:gd name="connsiteY25-318" fmla="*/ 769071 h 1185358"/>
              <a:gd name="connsiteX26-319" fmla="*/ 548838 w 1364681"/>
              <a:gd name="connsiteY26-320" fmla="*/ 773663 h 1185358"/>
              <a:gd name="connsiteX27-321" fmla="*/ 547940 w 1364681"/>
              <a:gd name="connsiteY27-322" fmla="*/ 768867 h 1185358"/>
              <a:gd name="connsiteX28-323" fmla="*/ 773582 w 1364681"/>
              <a:gd name="connsiteY28-324" fmla="*/ 425807 h 1185358"/>
              <a:gd name="connsiteX29-325" fmla="*/ 975541 w 1364681"/>
              <a:gd name="connsiteY29-326" fmla="*/ 111878 h 1185358"/>
              <a:gd name="connsiteX30-327" fmla="*/ 840116 w 1364681"/>
              <a:gd name="connsiteY30-328" fmla="*/ 488747 h 1185358"/>
              <a:gd name="connsiteX31-329" fmla="*/ 561095 w 1364681"/>
              <a:gd name="connsiteY31-330" fmla="*/ 758900 h 1185358"/>
              <a:gd name="connsiteX32-331" fmla="*/ 559352 w 1364681"/>
              <a:gd name="connsiteY32-332" fmla="*/ 804155 h 1185358"/>
              <a:gd name="connsiteX33-333" fmla="*/ 939350 w 1364681"/>
              <a:gd name="connsiteY33-334" fmla="*/ 741494 h 1185358"/>
              <a:gd name="connsiteX34-335" fmla="*/ 1364669 w 1364681"/>
              <a:gd name="connsiteY34-336" fmla="*/ 760640 h 1185358"/>
              <a:gd name="connsiteX35-337" fmla="*/ 948066 w 1364681"/>
              <a:gd name="connsiteY35-338" fmla="*/ 849411 h 1185358"/>
              <a:gd name="connsiteX36-339" fmla="*/ 554123 w 1364681"/>
              <a:gd name="connsiteY36-340" fmla="*/ 845929 h 1185358"/>
              <a:gd name="connsiteX37-341" fmla="*/ 442564 w 1364681"/>
              <a:gd name="connsiteY37-342" fmla="*/ 1127906 h 1185358"/>
              <a:gd name="connsiteX38-343" fmla="*/ 442564 w 1364681"/>
              <a:gd name="connsiteY38-344" fmla="*/ 1126165 h 1185358"/>
              <a:gd name="connsiteX39-345" fmla="*/ 433782 w 1364681"/>
              <a:gd name="connsiteY39-346" fmla="*/ 1185358 h 1185358"/>
              <a:gd name="connsiteX40-347" fmla="*/ 409926 w 1364681"/>
              <a:gd name="connsiteY40-348" fmla="*/ 1173146 h 1185358"/>
              <a:gd name="connsiteX41-349" fmla="*/ 308758 w 1364681"/>
              <a:gd name="connsiteY41-350" fmla="*/ 1101219 h 1185358"/>
              <a:gd name="connsiteX42-351" fmla="*/ 306177 w 1364681"/>
              <a:gd name="connsiteY42-352" fmla="*/ 1098759 h 1185358"/>
              <a:gd name="connsiteX43-353" fmla="*/ 306601 w 1364681"/>
              <a:gd name="connsiteY43-354" fmla="*/ 1094345 h 1185358"/>
              <a:gd name="connsiteX44-355" fmla="*/ 212473 w 1364681"/>
              <a:gd name="connsiteY44-356" fmla="*/ 985177 h 1185358"/>
              <a:gd name="connsiteX45-357" fmla="*/ 184408 w 1364681"/>
              <a:gd name="connsiteY45-358" fmla="*/ 971573 h 1185358"/>
              <a:gd name="connsiteX46-359" fmla="*/ 142558 w 1364681"/>
              <a:gd name="connsiteY46-360" fmla="*/ 918310 h 1185358"/>
              <a:gd name="connsiteX47-361" fmla="*/ 92255 w 1364681"/>
              <a:gd name="connsiteY47-362" fmla="*/ 830791 h 1185358"/>
              <a:gd name="connsiteX48-363" fmla="*/ 183494 w 1364681"/>
              <a:gd name="connsiteY48-364" fmla="*/ 890967 h 1185358"/>
              <a:gd name="connsiteX49-365" fmla="*/ 317059 w 1364681"/>
              <a:gd name="connsiteY49-366" fmla="*/ 939922 h 1185358"/>
              <a:gd name="connsiteX50-367" fmla="*/ 184583 w 1364681"/>
              <a:gd name="connsiteY50-368" fmla="*/ 428187 h 1185358"/>
              <a:gd name="connsiteX51-369" fmla="*/ 184583 w 1364681"/>
              <a:gd name="connsiteY51-370" fmla="*/ 429927 h 1185358"/>
              <a:gd name="connsiteX52-371" fmla="*/ 3681 w 1364681"/>
              <a:gd name="connsiteY52-372" fmla="*/ 380483 h 1185358"/>
              <a:gd name="connsiteX53-373" fmla="*/ 0 w 1364681"/>
              <a:gd name="connsiteY53-374" fmla="*/ 378767 h 1185358"/>
              <a:gd name="connsiteX54-375" fmla="*/ 5499 w 1364681"/>
              <a:gd name="connsiteY54-376" fmla="*/ 306086 h 1185358"/>
              <a:gd name="connsiteX55-377" fmla="*/ 6479 w 1364681"/>
              <a:gd name="connsiteY55-378" fmla="*/ 301836 h 1185358"/>
              <a:gd name="connsiteX56-379" fmla="*/ 21248 w 1364681"/>
              <a:gd name="connsiteY56-380" fmla="*/ 309554 h 1185358"/>
              <a:gd name="connsiteX57-381" fmla="*/ 179354 w 1364681"/>
              <a:gd name="connsiteY57-382" fmla="*/ 417743 h 1185358"/>
              <a:gd name="connsiteX58-383" fmla="*/ 161923 w 1364681"/>
              <a:gd name="connsiteY58-384" fmla="*/ 363785 h 1185358"/>
              <a:gd name="connsiteX59-385" fmla="*/ 76864 w 1364681"/>
              <a:gd name="connsiteY59-386" fmla="*/ 223531 h 1185358"/>
              <a:gd name="connsiteX60-387" fmla="*/ 45093 w 1364681"/>
              <a:gd name="connsiteY60-388" fmla="*/ 153773 h 1185358"/>
              <a:gd name="connsiteX61-389" fmla="*/ 78906 w 1364681"/>
              <a:gd name="connsiteY61-390" fmla="*/ 67954 h 1185358"/>
              <a:gd name="connsiteX62-391" fmla="*/ 102657 w 1364681"/>
              <a:gd name="connsiteY62-392" fmla="*/ 120101 h 1185358"/>
              <a:gd name="connsiteX63-393" fmla="*/ 177611 w 1364681"/>
              <a:gd name="connsiteY63-394" fmla="*/ 358563 h 1185358"/>
              <a:gd name="connsiteX64-395" fmla="*/ 231647 w 1364681"/>
              <a:gd name="connsiteY64-396" fmla="*/ 436890 h 1185358"/>
              <a:gd name="connsiteX65-397" fmla="*/ 224675 w 1364681"/>
              <a:gd name="connsiteY65-398" fmla="*/ 257608 h 1185358"/>
              <a:gd name="connsiteX66-399" fmla="*/ 259537 w 1364681"/>
              <a:gd name="connsiteY66-400" fmla="*/ 0 h 1185358"/>
              <a:gd name="connsiteX0-401" fmla="*/ 548838 w 1376584"/>
              <a:gd name="connsiteY0-402" fmla="*/ 773663 h 1185358"/>
              <a:gd name="connsiteX1-403" fmla="*/ 549308 w 1376584"/>
              <a:gd name="connsiteY1-404" fmla="*/ 776172 h 1185358"/>
              <a:gd name="connsiteX2-405" fmla="*/ 549111 w 1376584"/>
              <a:gd name="connsiteY2-406" fmla="*/ 776736 h 1185358"/>
              <a:gd name="connsiteX3-407" fmla="*/ 548838 w 1376584"/>
              <a:gd name="connsiteY3-408" fmla="*/ 773663 h 1185358"/>
              <a:gd name="connsiteX4-409" fmla="*/ 259537 w 1376584"/>
              <a:gd name="connsiteY4-410" fmla="*/ 0 h 1185358"/>
              <a:gd name="connsiteX5-411" fmla="*/ 289170 w 1376584"/>
              <a:gd name="connsiteY5-412" fmla="*/ 257608 h 1185358"/>
              <a:gd name="connsiteX6-413" fmla="*/ 266509 w 1376584"/>
              <a:gd name="connsiteY6-414" fmla="*/ 492589 h 1185358"/>
              <a:gd name="connsiteX7-415" fmla="*/ 332747 w 1376584"/>
              <a:gd name="connsiteY7-416" fmla="*/ 610949 h 1185358"/>
              <a:gd name="connsiteX8-417" fmla="*/ 367610 w 1376584"/>
              <a:gd name="connsiteY8-418" fmla="*/ 429927 h 1185358"/>
              <a:gd name="connsiteX9-419" fmla="*/ 461738 w 1376584"/>
              <a:gd name="connsiteY9-420" fmla="*/ 186244 h 1185358"/>
              <a:gd name="connsiteX10-421" fmla="*/ 432105 w 1376584"/>
              <a:gd name="connsiteY10-422" fmla="*/ 445593 h 1185358"/>
              <a:gd name="connsiteX11-423" fmla="*/ 358894 w 1376584"/>
              <a:gd name="connsiteY11-424" fmla="*/ 663167 h 1185358"/>
              <a:gd name="connsiteX12-425" fmla="*/ 446050 w 1376584"/>
              <a:gd name="connsiteY12-426" fmla="*/ 1009545 h 1185358"/>
              <a:gd name="connsiteX13-427" fmla="*/ 527976 w 1376584"/>
              <a:gd name="connsiteY13-428" fmla="*/ 833745 h 1185358"/>
              <a:gd name="connsiteX14-429" fmla="*/ 524490 w 1376584"/>
              <a:gd name="connsiteY14-430" fmla="*/ 828523 h 1185358"/>
              <a:gd name="connsiteX15-431" fmla="*/ 534948 w 1376584"/>
              <a:gd name="connsiteY15-432" fmla="*/ 816339 h 1185358"/>
              <a:gd name="connsiteX16-433" fmla="*/ 545843 w 1376584"/>
              <a:gd name="connsiteY16-434" fmla="*/ 786096 h 1185358"/>
              <a:gd name="connsiteX17-435" fmla="*/ 549111 w 1376584"/>
              <a:gd name="connsiteY17-436" fmla="*/ 776736 h 1185358"/>
              <a:gd name="connsiteX18-437" fmla="*/ 549111 w 1376584"/>
              <a:gd name="connsiteY18-438" fmla="*/ 776741 h 1185358"/>
              <a:gd name="connsiteX19-439" fmla="*/ 549674 w 1376584"/>
              <a:gd name="connsiteY19-440" fmla="*/ 778130 h 1185358"/>
              <a:gd name="connsiteX20-441" fmla="*/ 550636 w 1376584"/>
              <a:gd name="connsiteY20-442" fmla="*/ 783268 h 1185358"/>
              <a:gd name="connsiteX21-443" fmla="*/ 551426 w 1376584"/>
              <a:gd name="connsiteY21-444" fmla="*/ 782452 h 1185358"/>
              <a:gd name="connsiteX22-445" fmla="*/ 549674 w 1376584"/>
              <a:gd name="connsiteY22-446" fmla="*/ 778130 h 1185358"/>
              <a:gd name="connsiteX23-447" fmla="*/ 549308 w 1376584"/>
              <a:gd name="connsiteY23-448" fmla="*/ 776172 h 1185358"/>
              <a:gd name="connsiteX24-449" fmla="*/ 554123 w 1376584"/>
              <a:gd name="connsiteY24-450" fmla="*/ 762381 h 1185358"/>
              <a:gd name="connsiteX25-451" fmla="*/ 548430 w 1376584"/>
              <a:gd name="connsiteY25-452" fmla="*/ 769071 h 1185358"/>
              <a:gd name="connsiteX26-453" fmla="*/ 548838 w 1376584"/>
              <a:gd name="connsiteY26-454" fmla="*/ 773663 h 1185358"/>
              <a:gd name="connsiteX27-455" fmla="*/ 547940 w 1376584"/>
              <a:gd name="connsiteY27-456" fmla="*/ 768867 h 1185358"/>
              <a:gd name="connsiteX28-457" fmla="*/ 773582 w 1376584"/>
              <a:gd name="connsiteY28-458" fmla="*/ 425807 h 1185358"/>
              <a:gd name="connsiteX29-459" fmla="*/ 975541 w 1376584"/>
              <a:gd name="connsiteY29-460" fmla="*/ 111878 h 1185358"/>
              <a:gd name="connsiteX30-461" fmla="*/ 840116 w 1376584"/>
              <a:gd name="connsiteY30-462" fmla="*/ 488747 h 1185358"/>
              <a:gd name="connsiteX31-463" fmla="*/ 561095 w 1376584"/>
              <a:gd name="connsiteY31-464" fmla="*/ 758900 h 1185358"/>
              <a:gd name="connsiteX32-465" fmla="*/ 559352 w 1376584"/>
              <a:gd name="connsiteY32-466" fmla="*/ 804155 h 1185358"/>
              <a:gd name="connsiteX33-467" fmla="*/ 939350 w 1376584"/>
              <a:gd name="connsiteY33-468" fmla="*/ 741494 h 1185358"/>
              <a:gd name="connsiteX34-469" fmla="*/ 1376577 w 1376584"/>
              <a:gd name="connsiteY34-470" fmla="*/ 808257 h 1185358"/>
              <a:gd name="connsiteX35-471" fmla="*/ 948066 w 1376584"/>
              <a:gd name="connsiteY35-472" fmla="*/ 849411 h 1185358"/>
              <a:gd name="connsiteX36-473" fmla="*/ 554123 w 1376584"/>
              <a:gd name="connsiteY36-474" fmla="*/ 845929 h 1185358"/>
              <a:gd name="connsiteX37-475" fmla="*/ 442564 w 1376584"/>
              <a:gd name="connsiteY37-476" fmla="*/ 1127906 h 1185358"/>
              <a:gd name="connsiteX38-477" fmla="*/ 442564 w 1376584"/>
              <a:gd name="connsiteY38-478" fmla="*/ 1126165 h 1185358"/>
              <a:gd name="connsiteX39-479" fmla="*/ 433782 w 1376584"/>
              <a:gd name="connsiteY39-480" fmla="*/ 1185358 h 1185358"/>
              <a:gd name="connsiteX40-481" fmla="*/ 409926 w 1376584"/>
              <a:gd name="connsiteY40-482" fmla="*/ 1173146 h 1185358"/>
              <a:gd name="connsiteX41-483" fmla="*/ 308758 w 1376584"/>
              <a:gd name="connsiteY41-484" fmla="*/ 1101219 h 1185358"/>
              <a:gd name="connsiteX42-485" fmla="*/ 306177 w 1376584"/>
              <a:gd name="connsiteY42-486" fmla="*/ 1098759 h 1185358"/>
              <a:gd name="connsiteX43-487" fmla="*/ 306601 w 1376584"/>
              <a:gd name="connsiteY43-488" fmla="*/ 1094345 h 1185358"/>
              <a:gd name="connsiteX44-489" fmla="*/ 212473 w 1376584"/>
              <a:gd name="connsiteY44-490" fmla="*/ 985177 h 1185358"/>
              <a:gd name="connsiteX45-491" fmla="*/ 184408 w 1376584"/>
              <a:gd name="connsiteY45-492" fmla="*/ 971573 h 1185358"/>
              <a:gd name="connsiteX46-493" fmla="*/ 142558 w 1376584"/>
              <a:gd name="connsiteY46-494" fmla="*/ 918310 h 1185358"/>
              <a:gd name="connsiteX47-495" fmla="*/ 92255 w 1376584"/>
              <a:gd name="connsiteY47-496" fmla="*/ 830791 h 1185358"/>
              <a:gd name="connsiteX48-497" fmla="*/ 183494 w 1376584"/>
              <a:gd name="connsiteY48-498" fmla="*/ 890967 h 1185358"/>
              <a:gd name="connsiteX49-499" fmla="*/ 317059 w 1376584"/>
              <a:gd name="connsiteY49-500" fmla="*/ 939922 h 1185358"/>
              <a:gd name="connsiteX50-501" fmla="*/ 184583 w 1376584"/>
              <a:gd name="connsiteY50-502" fmla="*/ 428187 h 1185358"/>
              <a:gd name="connsiteX51-503" fmla="*/ 184583 w 1376584"/>
              <a:gd name="connsiteY51-504" fmla="*/ 429927 h 1185358"/>
              <a:gd name="connsiteX52-505" fmla="*/ 3681 w 1376584"/>
              <a:gd name="connsiteY52-506" fmla="*/ 380483 h 1185358"/>
              <a:gd name="connsiteX53-507" fmla="*/ 0 w 1376584"/>
              <a:gd name="connsiteY53-508" fmla="*/ 378767 h 1185358"/>
              <a:gd name="connsiteX54-509" fmla="*/ 5499 w 1376584"/>
              <a:gd name="connsiteY54-510" fmla="*/ 306086 h 1185358"/>
              <a:gd name="connsiteX55-511" fmla="*/ 6479 w 1376584"/>
              <a:gd name="connsiteY55-512" fmla="*/ 301836 h 1185358"/>
              <a:gd name="connsiteX56-513" fmla="*/ 21248 w 1376584"/>
              <a:gd name="connsiteY56-514" fmla="*/ 309554 h 1185358"/>
              <a:gd name="connsiteX57-515" fmla="*/ 179354 w 1376584"/>
              <a:gd name="connsiteY57-516" fmla="*/ 417743 h 1185358"/>
              <a:gd name="connsiteX58-517" fmla="*/ 161923 w 1376584"/>
              <a:gd name="connsiteY58-518" fmla="*/ 363785 h 1185358"/>
              <a:gd name="connsiteX59-519" fmla="*/ 76864 w 1376584"/>
              <a:gd name="connsiteY59-520" fmla="*/ 223531 h 1185358"/>
              <a:gd name="connsiteX60-521" fmla="*/ 45093 w 1376584"/>
              <a:gd name="connsiteY60-522" fmla="*/ 153773 h 1185358"/>
              <a:gd name="connsiteX61-523" fmla="*/ 78906 w 1376584"/>
              <a:gd name="connsiteY61-524" fmla="*/ 67954 h 1185358"/>
              <a:gd name="connsiteX62-525" fmla="*/ 102657 w 1376584"/>
              <a:gd name="connsiteY62-526" fmla="*/ 120101 h 1185358"/>
              <a:gd name="connsiteX63-527" fmla="*/ 177611 w 1376584"/>
              <a:gd name="connsiteY63-528" fmla="*/ 358563 h 1185358"/>
              <a:gd name="connsiteX64-529" fmla="*/ 231647 w 1376584"/>
              <a:gd name="connsiteY64-530" fmla="*/ 436890 h 1185358"/>
              <a:gd name="connsiteX65-531" fmla="*/ 224675 w 1376584"/>
              <a:gd name="connsiteY65-532" fmla="*/ 257608 h 1185358"/>
              <a:gd name="connsiteX66-533" fmla="*/ 259537 w 1376584"/>
              <a:gd name="connsiteY66-534" fmla="*/ 0 h 1185358"/>
              <a:gd name="connsiteX0-535" fmla="*/ 548838 w 1376584"/>
              <a:gd name="connsiteY0-536" fmla="*/ 773663 h 1185358"/>
              <a:gd name="connsiteX1-537" fmla="*/ 549308 w 1376584"/>
              <a:gd name="connsiteY1-538" fmla="*/ 776172 h 1185358"/>
              <a:gd name="connsiteX2-539" fmla="*/ 549111 w 1376584"/>
              <a:gd name="connsiteY2-540" fmla="*/ 776736 h 1185358"/>
              <a:gd name="connsiteX3-541" fmla="*/ 548838 w 1376584"/>
              <a:gd name="connsiteY3-542" fmla="*/ 773663 h 1185358"/>
              <a:gd name="connsiteX4-543" fmla="*/ 259537 w 1376584"/>
              <a:gd name="connsiteY4-544" fmla="*/ 0 h 1185358"/>
              <a:gd name="connsiteX5-545" fmla="*/ 289170 w 1376584"/>
              <a:gd name="connsiteY5-546" fmla="*/ 257608 h 1185358"/>
              <a:gd name="connsiteX6-547" fmla="*/ 266509 w 1376584"/>
              <a:gd name="connsiteY6-548" fmla="*/ 492589 h 1185358"/>
              <a:gd name="connsiteX7-549" fmla="*/ 332747 w 1376584"/>
              <a:gd name="connsiteY7-550" fmla="*/ 610949 h 1185358"/>
              <a:gd name="connsiteX8-551" fmla="*/ 367610 w 1376584"/>
              <a:gd name="connsiteY8-552" fmla="*/ 429927 h 1185358"/>
              <a:gd name="connsiteX9-553" fmla="*/ 461738 w 1376584"/>
              <a:gd name="connsiteY9-554" fmla="*/ 186244 h 1185358"/>
              <a:gd name="connsiteX10-555" fmla="*/ 432105 w 1376584"/>
              <a:gd name="connsiteY10-556" fmla="*/ 445593 h 1185358"/>
              <a:gd name="connsiteX11-557" fmla="*/ 358894 w 1376584"/>
              <a:gd name="connsiteY11-558" fmla="*/ 663167 h 1185358"/>
              <a:gd name="connsiteX12-559" fmla="*/ 446050 w 1376584"/>
              <a:gd name="connsiteY12-560" fmla="*/ 1009545 h 1185358"/>
              <a:gd name="connsiteX13-561" fmla="*/ 527976 w 1376584"/>
              <a:gd name="connsiteY13-562" fmla="*/ 833745 h 1185358"/>
              <a:gd name="connsiteX14-563" fmla="*/ 524490 w 1376584"/>
              <a:gd name="connsiteY14-564" fmla="*/ 828523 h 1185358"/>
              <a:gd name="connsiteX15-565" fmla="*/ 534948 w 1376584"/>
              <a:gd name="connsiteY15-566" fmla="*/ 816339 h 1185358"/>
              <a:gd name="connsiteX16-567" fmla="*/ 545843 w 1376584"/>
              <a:gd name="connsiteY16-568" fmla="*/ 786096 h 1185358"/>
              <a:gd name="connsiteX17-569" fmla="*/ 549111 w 1376584"/>
              <a:gd name="connsiteY17-570" fmla="*/ 776736 h 1185358"/>
              <a:gd name="connsiteX18-571" fmla="*/ 549111 w 1376584"/>
              <a:gd name="connsiteY18-572" fmla="*/ 776741 h 1185358"/>
              <a:gd name="connsiteX19-573" fmla="*/ 549674 w 1376584"/>
              <a:gd name="connsiteY19-574" fmla="*/ 778130 h 1185358"/>
              <a:gd name="connsiteX20-575" fmla="*/ 550636 w 1376584"/>
              <a:gd name="connsiteY20-576" fmla="*/ 783268 h 1185358"/>
              <a:gd name="connsiteX21-577" fmla="*/ 551426 w 1376584"/>
              <a:gd name="connsiteY21-578" fmla="*/ 782452 h 1185358"/>
              <a:gd name="connsiteX22-579" fmla="*/ 549674 w 1376584"/>
              <a:gd name="connsiteY22-580" fmla="*/ 778130 h 1185358"/>
              <a:gd name="connsiteX23-581" fmla="*/ 549308 w 1376584"/>
              <a:gd name="connsiteY23-582" fmla="*/ 776172 h 1185358"/>
              <a:gd name="connsiteX24-583" fmla="*/ 554123 w 1376584"/>
              <a:gd name="connsiteY24-584" fmla="*/ 762381 h 1185358"/>
              <a:gd name="connsiteX25-585" fmla="*/ 548430 w 1376584"/>
              <a:gd name="connsiteY25-586" fmla="*/ 769071 h 1185358"/>
              <a:gd name="connsiteX26-587" fmla="*/ 548838 w 1376584"/>
              <a:gd name="connsiteY26-588" fmla="*/ 773663 h 1185358"/>
              <a:gd name="connsiteX27-589" fmla="*/ 547940 w 1376584"/>
              <a:gd name="connsiteY27-590" fmla="*/ 768867 h 1185358"/>
              <a:gd name="connsiteX28-591" fmla="*/ 773582 w 1376584"/>
              <a:gd name="connsiteY28-592" fmla="*/ 425807 h 1185358"/>
              <a:gd name="connsiteX29-593" fmla="*/ 975541 w 1376584"/>
              <a:gd name="connsiteY29-594" fmla="*/ 111878 h 1185358"/>
              <a:gd name="connsiteX30-595" fmla="*/ 840116 w 1376584"/>
              <a:gd name="connsiteY30-596" fmla="*/ 488747 h 1185358"/>
              <a:gd name="connsiteX31-597" fmla="*/ 561095 w 1376584"/>
              <a:gd name="connsiteY31-598" fmla="*/ 758900 h 1185358"/>
              <a:gd name="connsiteX32-599" fmla="*/ 559352 w 1376584"/>
              <a:gd name="connsiteY32-600" fmla="*/ 804155 h 1185358"/>
              <a:gd name="connsiteX33-601" fmla="*/ 932206 w 1376584"/>
              <a:gd name="connsiteY33-602" fmla="*/ 720066 h 1185358"/>
              <a:gd name="connsiteX34-603" fmla="*/ 1376577 w 1376584"/>
              <a:gd name="connsiteY34-604" fmla="*/ 808257 h 1185358"/>
              <a:gd name="connsiteX35-605" fmla="*/ 948066 w 1376584"/>
              <a:gd name="connsiteY35-606" fmla="*/ 849411 h 1185358"/>
              <a:gd name="connsiteX36-607" fmla="*/ 554123 w 1376584"/>
              <a:gd name="connsiteY36-608" fmla="*/ 845929 h 1185358"/>
              <a:gd name="connsiteX37-609" fmla="*/ 442564 w 1376584"/>
              <a:gd name="connsiteY37-610" fmla="*/ 1127906 h 1185358"/>
              <a:gd name="connsiteX38-611" fmla="*/ 442564 w 1376584"/>
              <a:gd name="connsiteY38-612" fmla="*/ 1126165 h 1185358"/>
              <a:gd name="connsiteX39-613" fmla="*/ 433782 w 1376584"/>
              <a:gd name="connsiteY39-614" fmla="*/ 1185358 h 1185358"/>
              <a:gd name="connsiteX40-615" fmla="*/ 409926 w 1376584"/>
              <a:gd name="connsiteY40-616" fmla="*/ 1173146 h 1185358"/>
              <a:gd name="connsiteX41-617" fmla="*/ 308758 w 1376584"/>
              <a:gd name="connsiteY41-618" fmla="*/ 1101219 h 1185358"/>
              <a:gd name="connsiteX42-619" fmla="*/ 306177 w 1376584"/>
              <a:gd name="connsiteY42-620" fmla="*/ 1098759 h 1185358"/>
              <a:gd name="connsiteX43-621" fmla="*/ 306601 w 1376584"/>
              <a:gd name="connsiteY43-622" fmla="*/ 1094345 h 1185358"/>
              <a:gd name="connsiteX44-623" fmla="*/ 212473 w 1376584"/>
              <a:gd name="connsiteY44-624" fmla="*/ 985177 h 1185358"/>
              <a:gd name="connsiteX45-625" fmla="*/ 184408 w 1376584"/>
              <a:gd name="connsiteY45-626" fmla="*/ 971573 h 1185358"/>
              <a:gd name="connsiteX46-627" fmla="*/ 142558 w 1376584"/>
              <a:gd name="connsiteY46-628" fmla="*/ 918310 h 1185358"/>
              <a:gd name="connsiteX47-629" fmla="*/ 92255 w 1376584"/>
              <a:gd name="connsiteY47-630" fmla="*/ 830791 h 1185358"/>
              <a:gd name="connsiteX48-631" fmla="*/ 183494 w 1376584"/>
              <a:gd name="connsiteY48-632" fmla="*/ 890967 h 1185358"/>
              <a:gd name="connsiteX49-633" fmla="*/ 317059 w 1376584"/>
              <a:gd name="connsiteY49-634" fmla="*/ 939922 h 1185358"/>
              <a:gd name="connsiteX50-635" fmla="*/ 184583 w 1376584"/>
              <a:gd name="connsiteY50-636" fmla="*/ 428187 h 1185358"/>
              <a:gd name="connsiteX51-637" fmla="*/ 184583 w 1376584"/>
              <a:gd name="connsiteY51-638" fmla="*/ 429927 h 1185358"/>
              <a:gd name="connsiteX52-639" fmla="*/ 3681 w 1376584"/>
              <a:gd name="connsiteY52-640" fmla="*/ 380483 h 1185358"/>
              <a:gd name="connsiteX53-641" fmla="*/ 0 w 1376584"/>
              <a:gd name="connsiteY53-642" fmla="*/ 378767 h 1185358"/>
              <a:gd name="connsiteX54-643" fmla="*/ 5499 w 1376584"/>
              <a:gd name="connsiteY54-644" fmla="*/ 306086 h 1185358"/>
              <a:gd name="connsiteX55-645" fmla="*/ 6479 w 1376584"/>
              <a:gd name="connsiteY55-646" fmla="*/ 301836 h 1185358"/>
              <a:gd name="connsiteX56-647" fmla="*/ 21248 w 1376584"/>
              <a:gd name="connsiteY56-648" fmla="*/ 309554 h 1185358"/>
              <a:gd name="connsiteX57-649" fmla="*/ 179354 w 1376584"/>
              <a:gd name="connsiteY57-650" fmla="*/ 417743 h 1185358"/>
              <a:gd name="connsiteX58-651" fmla="*/ 161923 w 1376584"/>
              <a:gd name="connsiteY58-652" fmla="*/ 363785 h 1185358"/>
              <a:gd name="connsiteX59-653" fmla="*/ 76864 w 1376584"/>
              <a:gd name="connsiteY59-654" fmla="*/ 223531 h 1185358"/>
              <a:gd name="connsiteX60-655" fmla="*/ 45093 w 1376584"/>
              <a:gd name="connsiteY60-656" fmla="*/ 153773 h 1185358"/>
              <a:gd name="connsiteX61-657" fmla="*/ 78906 w 1376584"/>
              <a:gd name="connsiteY61-658" fmla="*/ 67954 h 1185358"/>
              <a:gd name="connsiteX62-659" fmla="*/ 102657 w 1376584"/>
              <a:gd name="connsiteY62-660" fmla="*/ 120101 h 1185358"/>
              <a:gd name="connsiteX63-661" fmla="*/ 177611 w 1376584"/>
              <a:gd name="connsiteY63-662" fmla="*/ 358563 h 1185358"/>
              <a:gd name="connsiteX64-663" fmla="*/ 231647 w 1376584"/>
              <a:gd name="connsiteY64-664" fmla="*/ 436890 h 1185358"/>
              <a:gd name="connsiteX65-665" fmla="*/ 224675 w 1376584"/>
              <a:gd name="connsiteY65-666" fmla="*/ 257608 h 1185358"/>
              <a:gd name="connsiteX66-667" fmla="*/ 259537 w 1376584"/>
              <a:gd name="connsiteY66-668" fmla="*/ 0 h 1185358"/>
              <a:gd name="connsiteX0-669" fmla="*/ 548838 w 1376584"/>
              <a:gd name="connsiteY0-670" fmla="*/ 773663 h 1185358"/>
              <a:gd name="connsiteX1-671" fmla="*/ 549308 w 1376584"/>
              <a:gd name="connsiteY1-672" fmla="*/ 776172 h 1185358"/>
              <a:gd name="connsiteX2-673" fmla="*/ 549111 w 1376584"/>
              <a:gd name="connsiteY2-674" fmla="*/ 776736 h 1185358"/>
              <a:gd name="connsiteX3-675" fmla="*/ 548838 w 1376584"/>
              <a:gd name="connsiteY3-676" fmla="*/ 773663 h 1185358"/>
              <a:gd name="connsiteX4-677" fmla="*/ 259537 w 1376584"/>
              <a:gd name="connsiteY4-678" fmla="*/ 0 h 1185358"/>
              <a:gd name="connsiteX5-679" fmla="*/ 289170 w 1376584"/>
              <a:gd name="connsiteY5-680" fmla="*/ 257608 h 1185358"/>
              <a:gd name="connsiteX6-681" fmla="*/ 266509 w 1376584"/>
              <a:gd name="connsiteY6-682" fmla="*/ 492589 h 1185358"/>
              <a:gd name="connsiteX7-683" fmla="*/ 332747 w 1376584"/>
              <a:gd name="connsiteY7-684" fmla="*/ 610949 h 1185358"/>
              <a:gd name="connsiteX8-685" fmla="*/ 367610 w 1376584"/>
              <a:gd name="connsiteY8-686" fmla="*/ 429927 h 1185358"/>
              <a:gd name="connsiteX9-687" fmla="*/ 461738 w 1376584"/>
              <a:gd name="connsiteY9-688" fmla="*/ 186244 h 1185358"/>
              <a:gd name="connsiteX10-689" fmla="*/ 432105 w 1376584"/>
              <a:gd name="connsiteY10-690" fmla="*/ 445593 h 1185358"/>
              <a:gd name="connsiteX11-691" fmla="*/ 358894 w 1376584"/>
              <a:gd name="connsiteY11-692" fmla="*/ 663167 h 1185358"/>
              <a:gd name="connsiteX12-693" fmla="*/ 446050 w 1376584"/>
              <a:gd name="connsiteY12-694" fmla="*/ 1009545 h 1185358"/>
              <a:gd name="connsiteX13-695" fmla="*/ 527976 w 1376584"/>
              <a:gd name="connsiteY13-696" fmla="*/ 833745 h 1185358"/>
              <a:gd name="connsiteX14-697" fmla="*/ 524490 w 1376584"/>
              <a:gd name="connsiteY14-698" fmla="*/ 828523 h 1185358"/>
              <a:gd name="connsiteX15-699" fmla="*/ 534948 w 1376584"/>
              <a:gd name="connsiteY15-700" fmla="*/ 816339 h 1185358"/>
              <a:gd name="connsiteX16-701" fmla="*/ 545843 w 1376584"/>
              <a:gd name="connsiteY16-702" fmla="*/ 786096 h 1185358"/>
              <a:gd name="connsiteX17-703" fmla="*/ 549111 w 1376584"/>
              <a:gd name="connsiteY17-704" fmla="*/ 776736 h 1185358"/>
              <a:gd name="connsiteX18-705" fmla="*/ 549111 w 1376584"/>
              <a:gd name="connsiteY18-706" fmla="*/ 776741 h 1185358"/>
              <a:gd name="connsiteX19-707" fmla="*/ 549674 w 1376584"/>
              <a:gd name="connsiteY19-708" fmla="*/ 778130 h 1185358"/>
              <a:gd name="connsiteX20-709" fmla="*/ 550636 w 1376584"/>
              <a:gd name="connsiteY20-710" fmla="*/ 783268 h 1185358"/>
              <a:gd name="connsiteX21-711" fmla="*/ 551426 w 1376584"/>
              <a:gd name="connsiteY21-712" fmla="*/ 782452 h 1185358"/>
              <a:gd name="connsiteX22-713" fmla="*/ 549674 w 1376584"/>
              <a:gd name="connsiteY22-714" fmla="*/ 778130 h 1185358"/>
              <a:gd name="connsiteX23-715" fmla="*/ 549308 w 1376584"/>
              <a:gd name="connsiteY23-716" fmla="*/ 776172 h 1185358"/>
              <a:gd name="connsiteX24-717" fmla="*/ 554123 w 1376584"/>
              <a:gd name="connsiteY24-718" fmla="*/ 762381 h 1185358"/>
              <a:gd name="connsiteX25-719" fmla="*/ 548430 w 1376584"/>
              <a:gd name="connsiteY25-720" fmla="*/ 769071 h 1185358"/>
              <a:gd name="connsiteX26-721" fmla="*/ 548838 w 1376584"/>
              <a:gd name="connsiteY26-722" fmla="*/ 773663 h 1185358"/>
              <a:gd name="connsiteX27-723" fmla="*/ 547940 w 1376584"/>
              <a:gd name="connsiteY27-724" fmla="*/ 768867 h 1185358"/>
              <a:gd name="connsiteX28-725" fmla="*/ 773582 w 1376584"/>
              <a:gd name="connsiteY28-726" fmla="*/ 425807 h 1185358"/>
              <a:gd name="connsiteX29-727" fmla="*/ 975541 w 1376584"/>
              <a:gd name="connsiteY29-728" fmla="*/ 111878 h 1185358"/>
              <a:gd name="connsiteX30-729" fmla="*/ 840116 w 1376584"/>
              <a:gd name="connsiteY30-730" fmla="*/ 488747 h 1185358"/>
              <a:gd name="connsiteX31-731" fmla="*/ 561095 w 1376584"/>
              <a:gd name="connsiteY31-732" fmla="*/ 758900 h 1185358"/>
              <a:gd name="connsiteX32-733" fmla="*/ 559352 w 1376584"/>
              <a:gd name="connsiteY32-734" fmla="*/ 804155 h 1185358"/>
              <a:gd name="connsiteX33-735" fmla="*/ 932206 w 1376584"/>
              <a:gd name="connsiteY33-736" fmla="*/ 720066 h 1185358"/>
              <a:gd name="connsiteX34-737" fmla="*/ 1376577 w 1376584"/>
              <a:gd name="connsiteY34-738" fmla="*/ 808257 h 1185358"/>
              <a:gd name="connsiteX35-739" fmla="*/ 924252 w 1376584"/>
              <a:gd name="connsiteY35-740" fmla="*/ 827983 h 1185358"/>
              <a:gd name="connsiteX36-741" fmla="*/ 554123 w 1376584"/>
              <a:gd name="connsiteY36-742" fmla="*/ 845929 h 1185358"/>
              <a:gd name="connsiteX37-743" fmla="*/ 442564 w 1376584"/>
              <a:gd name="connsiteY37-744" fmla="*/ 1127906 h 1185358"/>
              <a:gd name="connsiteX38-745" fmla="*/ 442564 w 1376584"/>
              <a:gd name="connsiteY38-746" fmla="*/ 1126165 h 1185358"/>
              <a:gd name="connsiteX39-747" fmla="*/ 433782 w 1376584"/>
              <a:gd name="connsiteY39-748" fmla="*/ 1185358 h 1185358"/>
              <a:gd name="connsiteX40-749" fmla="*/ 409926 w 1376584"/>
              <a:gd name="connsiteY40-750" fmla="*/ 1173146 h 1185358"/>
              <a:gd name="connsiteX41-751" fmla="*/ 308758 w 1376584"/>
              <a:gd name="connsiteY41-752" fmla="*/ 1101219 h 1185358"/>
              <a:gd name="connsiteX42-753" fmla="*/ 306177 w 1376584"/>
              <a:gd name="connsiteY42-754" fmla="*/ 1098759 h 1185358"/>
              <a:gd name="connsiteX43-755" fmla="*/ 306601 w 1376584"/>
              <a:gd name="connsiteY43-756" fmla="*/ 1094345 h 1185358"/>
              <a:gd name="connsiteX44-757" fmla="*/ 212473 w 1376584"/>
              <a:gd name="connsiteY44-758" fmla="*/ 985177 h 1185358"/>
              <a:gd name="connsiteX45-759" fmla="*/ 184408 w 1376584"/>
              <a:gd name="connsiteY45-760" fmla="*/ 971573 h 1185358"/>
              <a:gd name="connsiteX46-761" fmla="*/ 142558 w 1376584"/>
              <a:gd name="connsiteY46-762" fmla="*/ 918310 h 1185358"/>
              <a:gd name="connsiteX47-763" fmla="*/ 92255 w 1376584"/>
              <a:gd name="connsiteY47-764" fmla="*/ 830791 h 1185358"/>
              <a:gd name="connsiteX48-765" fmla="*/ 183494 w 1376584"/>
              <a:gd name="connsiteY48-766" fmla="*/ 890967 h 1185358"/>
              <a:gd name="connsiteX49-767" fmla="*/ 317059 w 1376584"/>
              <a:gd name="connsiteY49-768" fmla="*/ 939922 h 1185358"/>
              <a:gd name="connsiteX50-769" fmla="*/ 184583 w 1376584"/>
              <a:gd name="connsiteY50-770" fmla="*/ 428187 h 1185358"/>
              <a:gd name="connsiteX51-771" fmla="*/ 184583 w 1376584"/>
              <a:gd name="connsiteY51-772" fmla="*/ 429927 h 1185358"/>
              <a:gd name="connsiteX52-773" fmla="*/ 3681 w 1376584"/>
              <a:gd name="connsiteY52-774" fmla="*/ 380483 h 1185358"/>
              <a:gd name="connsiteX53-775" fmla="*/ 0 w 1376584"/>
              <a:gd name="connsiteY53-776" fmla="*/ 378767 h 1185358"/>
              <a:gd name="connsiteX54-777" fmla="*/ 5499 w 1376584"/>
              <a:gd name="connsiteY54-778" fmla="*/ 306086 h 1185358"/>
              <a:gd name="connsiteX55-779" fmla="*/ 6479 w 1376584"/>
              <a:gd name="connsiteY55-780" fmla="*/ 301836 h 1185358"/>
              <a:gd name="connsiteX56-781" fmla="*/ 21248 w 1376584"/>
              <a:gd name="connsiteY56-782" fmla="*/ 309554 h 1185358"/>
              <a:gd name="connsiteX57-783" fmla="*/ 179354 w 1376584"/>
              <a:gd name="connsiteY57-784" fmla="*/ 417743 h 1185358"/>
              <a:gd name="connsiteX58-785" fmla="*/ 161923 w 1376584"/>
              <a:gd name="connsiteY58-786" fmla="*/ 363785 h 1185358"/>
              <a:gd name="connsiteX59-787" fmla="*/ 76864 w 1376584"/>
              <a:gd name="connsiteY59-788" fmla="*/ 223531 h 1185358"/>
              <a:gd name="connsiteX60-789" fmla="*/ 45093 w 1376584"/>
              <a:gd name="connsiteY60-790" fmla="*/ 153773 h 1185358"/>
              <a:gd name="connsiteX61-791" fmla="*/ 78906 w 1376584"/>
              <a:gd name="connsiteY61-792" fmla="*/ 67954 h 1185358"/>
              <a:gd name="connsiteX62-793" fmla="*/ 102657 w 1376584"/>
              <a:gd name="connsiteY62-794" fmla="*/ 120101 h 1185358"/>
              <a:gd name="connsiteX63-795" fmla="*/ 177611 w 1376584"/>
              <a:gd name="connsiteY63-796" fmla="*/ 358563 h 1185358"/>
              <a:gd name="connsiteX64-797" fmla="*/ 231647 w 1376584"/>
              <a:gd name="connsiteY64-798" fmla="*/ 436890 h 1185358"/>
              <a:gd name="connsiteX65-799" fmla="*/ 224675 w 1376584"/>
              <a:gd name="connsiteY65-800" fmla="*/ 257608 h 1185358"/>
              <a:gd name="connsiteX66-801" fmla="*/ 259537 w 1376584"/>
              <a:gd name="connsiteY66-802" fmla="*/ 0 h 1185358"/>
              <a:gd name="connsiteX0-803" fmla="*/ 548838 w 1376584"/>
              <a:gd name="connsiteY0-804" fmla="*/ 773663 h 1185358"/>
              <a:gd name="connsiteX1-805" fmla="*/ 549308 w 1376584"/>
              <a:gd name="connsiteY1-806" fmla="*/ 776172 h 1185358"/>
              <a:gd name="connsiteX2-807" fmla="*/ 549111 w 1376584"/>
              <a:gd name="connsiteY2-808" fmla="*/ 776736 h 1185358"/>
              <a:gd name="connsiteX3-809" fmla="*/ 548838 w 1376584"/>
              <a:gd name="connsiteY3-810" fmla="*/ 773663 h 1185358"/>
              <a:gd name="connsiteX4-811" fmla="*/ 259537 w 1376584"/>
              <a:gd name="connsiteY4-812" fmla="*/ 0 h 1185358"/>
              <a:gd name="connsiteX5-813" fmla="*/ 289170 w 1376584"/>
              <a:gd name="connsiteY5-814" fmla="*/ 257608 h 1185358"/>
              <a:gd name="connsiteX6-815" fmla="*/ 266509 w 1376584"/>
              <a:gd name="connsiteY6-816" fmla="*/ 492589 h 1185358"/>
              <a:gd name="connsiteX7-817" fmla="*/ 332747 w 1376584"/>
              <a:gd name="connsiteY7-818" fmla="*/ 610949 h 1185358"/>
              <a:gd name="connsiteX8-819" fmla="*/ 367610 w 1376584"/>
              <a:gd name="connsiteY8-820" fmla="*/ 429927 h 1185358"/>
              <a:gd name="connsiteX9-821" fmla="*/ 461738 w 1376584"/>
              <a:gd name="connsiteY9-822" fmla="*/ 186244 h 1185358"/>
              <a:gd name="connsiteX10-823" fmla="*/ 432105 w 1376584"/>
              <a:gd name="connsiteY10-824" fmla="*/ 445593 h 1185358"/>
              <a:gd name="connsiteX11-825" fmla="*/ 358894 w 1376584"/>
              <a:gd name="connsiteY11-826" fmla="*/ 663167 h 1185358"/>
              <a:gd name="connsiteX12-827" fmla="*/ 446050 w 1376584"/>
              <a:gd name="connsiteY12-828" fmla="*/ 1009545 h 1185358"/>
              <a:gd name="connsiteX13-829" fmla="*/ 527976 w 1376584"/>
              <a:gd name="connsiteY13-830" fmla="*/ 833745 h 1185358"/>
              <a:gd name="connsiteX14-831" fmla="*/ 524490 w 1376584"/>
              <a:gd name="connsiteY14-832" fmla="*/ 828523 h 1185358"/>
              <a:gd name="connsiteX15-833" fmla="*/ 534948 w 1376584"/>
              <a:gd name="connsiteY15-834" fmla="*/ 816339 h 1185358"/>
              <a:gd name="connsiteX16-835" fmla="*/ 545843 w 1376584"/>
              <a:gd name="connsiteY16-836" fmla="*/ 786096 h 1185358"/>
              <a:gd name="connsiteX17-837" fmla="*/ 549111 w 1376584"/>
              <a:gd name="connsiteY17-838" fmla="*/ 776736 h 1185358"/>
              <a:gd name="connsiteX18-839" fmla="*/ 549111 w 1376584"/>
              <a:gd name="connsiteY18-840" fmla="*/ 776741 h 1185358"/>
              <a:gd name="connsiteX19-841" fmla="*/ 549674 w 1376584"/>
              <a:gd name="connsiteY19-842" fmla="*/ 778130 h 1185358"/>
              <a:gd name="connsiteX20-843" fmla="*/ 550636 w 1376584"/>
              <a:gd name="connsiteY20-844" fmla="*/ 783268 h 1185358"/>
              <a:gd name="connsiteX21-845" fmla="*/ 551426 w 1376584"/>
              <a:gd name="connsiteY21-846" fmla="*/ 782452 h 1185358"/>
              <a:gd name="connsiteX22-847" fmla="*/ 549674 w 1376584"/>
              <a:gd name="connsiteY22-848" fmla="*/ 778130 h 1185358"/>
              <a:gd name="connsiteX23-849" fmla="*/ 549308 w 1376584"/>
              <a:gd name="connsiteY23-850" fmla="*/ 776172 h 1185358"/>
              <a:gd name="connsiteX24-851" fmla="*/ 554123 w 1376584"/>
              <a:gd name="connsiteY24-852" fmla="*/ 762381 h 1185358"/>
              <a:gd name="connsiteX25-853" fmla="*/ 548430 w 1376584"/>
              <a:gd name="connsiteY25-854" fmla="*/ 769071 h 1185358"/>
              <a:gd name="connsiteX26-855" fmla="*/ 548838 w 1376584"/>
              <a:gd name="connsiteY26-856" fmla="*/ 773663 h 1185358"/>
              <a:gd name="connsiteX27-857" fmla="*/ 547940 w 1376584"/>
              <a:gd name="connsiteY27-858" fmla="*/ 768867 h 1185358"/>
              <a:gd name="connsiteX28-859" fmla="*/ 766437 w 1376584"/>
              <a:gd name="connsiteY28-860" fmla="*/ 425807 h 1185358"/>
              <a:gd name="connsiteX29-861" fmla="*/ 975541 w 1376584"/>
              <a:gd name="connsiteY29-862" fmla="*/ 111878 h 1185358"/>
              <a:gd name="connsiteX30-863" fmla="*/ 840116 w 1376584"/>
              <a:gd name="connsiteY30-864" fmla="*/ 488747 h 1185358"/>
              <a:gd name="connsiteX31-865" fmla="*/ 561095 w 1376584"/>
              <a:gd name="connsiteY31-866" fmla="*/ 758900 h 1185358"/>
              <a:gd name="connsiteX32-867" fmla="*/ 559352 w 1376584"/>
              <a:gd name="connsiteY32-868" fmla="*/ 804155 h 1185358"/>
              <a:gd name="connsiteX33-869" fmla="*/ 932206 w 1376584"/>
              <a:gd name="connsiteY33-870" fmla="*/ 720066 h 1185358"/>
              <a:gd name="connsiteX34-871" fmla="*/ 1376577 w 1376584"/>
              <a:gd name="connsiteY34-872" fmla="*/ 808257 h 1185358"/>
              <a:gd name="connsiteX35-873" fmla="*/ 924252 w 1376584"/>
              <a:gd name="connsiteY35-874" fmla="*/ 827983 h 1185358"/>
              <a:gd name="connsiteX36-875" fmla="*/ 554123 w 1376584"/>
              <a:gd name="connsiteY36-876" fmla="*/ 845929 h 1185358"/>
              <a:gd name="connsiteX37-877" fmla="*/ 442564 w 1376584"/>
              <a:gd name="connsiteY37-878" fmla="*/ 1127906 h 1185358"/>
              <a:gd name="connsiteX38-879" fmla="*/ 442564 w 1376584"/>
              <a:gd name="connsiteY38-880" fmla="*/ 1126165 h 1185358"/>
              <a:gd name="connsiteX39-881" fmla="*/ 433782 w 1376584"/>
              <a:gd name="connsiteY39-882" fmla="*/ 1185358 h 1185358"/>
              <a:gd name="connsiteX40-883" fmla="*/ 409926 w 1376584"/>
              <a:gd name="connsiteY40-884" fmla="*/ 1173146 h 1185358"/>
              <a:gd name="connsiteX41-885" fmla="*/ 308758 w 1376584"/>
              <a:gd name="connsiteY41-886" fmla="*/ 1101219 h 1185358"/>
              <a:gd name="connsiteX42-887" fmla="*/ 306177 w 1376584"/>
              <a:gd name="connsiteY42-888" fmla="*/ 1098759 h 1185358"/>
              <a:gd name="connsiteX43-889" fmla="*/ 306601 w 1376584"/>
              <a:gd name="connsiteY43-890" fmla="*/ 1094345 h 1185358"/>
              <a:gd name="connsiteX44-891" fmla="*/ 212473 w 1376584"/>
              <a:gd name="connsiteY44-892" fmla="*/ 985177 h 1185358"/>
              <a:gd name="connsiteX45-893" fmla="*/ 184408 w 1376584"/>
              <a:gd name="connsiteY45-894" fmla="*/ 971573 h 1185358"/>
              <a:gd name="connsiteX46-895" fmla="*/ 142558 w 1376584"/>
              <a:gd name="connsiteY46-896" fmla="*/ 918310 h 1185358"/>
              <a:gd name="connsiteX47-897" fmla="*/ 92255 w 1376584"/>
              <a:gd name="connsiteY47-898" fmla="*/ 830791 h 1185358"/>
              <a:gd name="connsiteX48-899" fmla="*/ 183494 w 1376584"/>
              <a:gd name="connsiteY48-900" fmla="*/ 890967 h 1185358"/>
              <a:gd name="connsiteX49-901" fmla="*/ 317059 w 1376584"/>
              <a:gd name="connsiteY49-902" fmla="*/ 939922 h 1185358"/>
              <a:gd name="connsiteX50-903" fmla="*/ 184583 w 1376584"/>
              <a:gd name="connsiteY50-904" fmla="*/ 428187 h 1185358"/>
              <a:gd name="connsiteX51-905" fmla="*/ 184583 w 1376584"/>
              <a:gd name="connsiteY51-906" fmla="*/ 429927 h 1185358"/>
              <a:gd name="connsiteX52-907" fmla="*/ 3681 w 1376584"/>
              <a:gd name="connsiteY52-908" fmla="*/ 380483 h 1185358"/>
              <a:gd name="connsiteX53-909" fmla="*/ 0 w 1376584"/>
              <a:gd name="connsiteY53-910" fmla="*/ 378767 h 1185358"/>
              <a:gd name="connsiteX54-911" fmla="*/ 5499 w 1376584"/>
              <a:gd name="connsiteY54-912" fmla="*/ 306086 h 1185358"/>
              <a:gd name="connsiteX55-913" fmla="*/ 6479 w 1376584"/>
              <a:gd name="connsiteY55-914" fmla="*/ 301836 h 1185358"/>
              <a:gd name="connsiteX56-915" fmla="*/ 21248 w 1376584"/>
              <a:gd name="connsiteY56-916" fmla="*/ 309554 h 1185358"/>
              <a:gd name="connsiteX57-917" fmla="*/ 179354 w 1376584"/>
              <a:gd name="connsiteY57-918" fmla="*/ 417743 h 1185358"/>
              <a:gd name="connsiteX58-919" fmla="*/ 161923 w 1376584"/>
              <a:gd name="connsiteY58-920" fmla="*/ 363785 h 1185358"/>
              <a:gd name="connsiteX59-921" fmla="*/ 76864 w 1376584"/>
              <a:gd name="connsiteY59-922" fmla="*/ 223531 h 1185358"/>
              <a:gd name="connsiteX60-923" fmla="*/ 45093 w 1376584"/>
              <a:gd name="connsiteY60-924" fmla="*/ 153773 h 1185358"/>
              <a:gd name="connsiteX61-925" fmla="*/ 78906 w 1376584"/>
              <a:gd name="connsiteY61-926" fmla="*/ 67954 h 1185358"/>
              <a:gd name="connsiteX62-927" fmla="*/ 102657 w 1376584"/>
              <a:gd name="connsiteY62-928" fmla="*/ 120101 h 1185358"/>
              <a:gd name="connsiteX63-929" fmla="*/ 177611 w 1376584"/>
              <a:gd name="connsiteY63-930" fmla="*/ 358563 h 1185358"/>
              <a:gd name="connsiteX64-931" fmla="*/ 231647 w 1376584"/>
              <a:gd name="connsiteY64-932" fmla="*/ 436890 h 1185358"/>
              <a:gd name="connsiteX65-933" fmla="*/ 224675 w 1376584"/>
              <a:gd name="connsiteY65-934" fmla="*/ 257608 h 1185358"/>
              <a:gd name="connsiteX66-935" fmla="*/ 259537 w 1376584"/>
              <a:gd name="connsiteY66-936" fmla="*/ 0 h 1185358"/>
              <a:gd name="connsiteX0-937" fmla="*/ 548838 w 1376584"/>
              <a:gd name="connsiteY0-938" fmla="*/ 773663 h 1185358"/>
              <a:gd name="connsiteX1-939" fmla="*/ 549308 w 1376584"/>
              <a:gd name="connsiteY1-940" fmla="*/ 776172 h 1185358"/>
              <a:gd name="connsiteX2-941" fmla="*/ 549111 w 1376584"/>
              <a:gd name="connsiteY2-942" fmla="*/ 776736 h 1185358"/>
              <a:gd name="connsiteX3-943" fmla="*/ 548838 w 1376584"/>
              <a:gd name="connsiteY3-944" fmla="*/ 773663 h 1185358"/>
              <a:gd name="connsiteX4-945" fmla="*/ 259537 w 1376584"/>
              <a:gd name="connsiteY4-946" fmla="*/ 0 h 1185358"/>
              <a:gd name="connsiteX5-947" fmla="*/ 289170 w 1376584"/>
              <a:gd name="connsiteY5-948" fmla="*/ 257608 h 1185358"/>
              <a:gd name="connsiteX6-949" fmla="*/ 266509 w 1376584"/>
              <a:gd name="connsiteY6-950" fmla="*/ 492589 h 1185358"/>
              <a:gd name="connsiteX7-951" fmla="*/ 332747 w 1376584"/>
              <a:gd name="connsiteY7-952" fmla="*/ 610949 h 1185358"/>
              <a:gd name="connsiteX8-953" fmla="*/ 367610 w 1376584"/>
              <a:gd name="connsiteY8-954" fmla="*/ 429927 h 1185358"/>
              <a:gd name="connsiteX9-955" fmla="*/ 461738 w 1376584"/>
              <a:gd name="connsiteY9-956" fmla="*/ 186244 h 1185358"/>
              <a:gd name="connsiteX10-957" fmla="*/ 432105 w 1376584"/>
              <a:gd name="connsiteY10-958" fmla="*/ 445593 h 1185358"/>
              <a:gd name="connsiteX11-959" fmla="*/ 358894 w 1376584"/>
              <a:gd name="connsiteY11-960" fmla="*/ 663167 h 1185358"/>
              <a:gd name="connsiteX12-961" fmla="*/ 446050 w 1376584"/>
              <a:gd name="connsiteY12-962" fmla="*/ 1009545 h 1185358"/>
              <a:gd name="connsiteX13-963" fmla="*/ 527976 w 1376584"/>
              <a:gd name="connsiteY13-964" fmla="*/ 833745 h 1185358"/>
              <a:gd name="connsiteX14-965" fmla="*/ 524490 w 1376584"/>
              <a:gd name="connsiteY14-966" fmla="*/ 828523 h 1185358"/>
              <a:gd name="connsiteX15-967" fmla="*/ 534948 w 1376584"/>
              <a:gd name="connsiteY15-968" fmla="*/ 816339 h 1185358"/>
              <a:gd name="connsiteX16-969" fmla="*/ 545843 w 1376584"/>
              <a:gd name="connsiteY16-970" fmla="*/ 786096 h 1185358"/>
              <a:gd name="connsiteX17-971" fmla="*/ 549111 w 1376584"/>
              <a:gd name="connsiteY17-972" fmla="*/ 776736 h 1185358"/>
              <a:gd name="connsiteX18-973" fmla="*/ 549111 w 1376584"/>
              <a:gd name="connsiteY18-974" fmla="*/ 776741 h 1185358"/>
              <a:gd name="connsiteX19-975" fmla="*/ 549674 w 1376584"/>
              <a:gd name="connsiteY19-976" fmla="*/ 778130 h 1185358"/>
              <a:gd name="connsiteX20-977" fmla="*/ 550636 w 1376584"/>
              <a:gd name="connsiteY20-978" fmla="*/ 783268 h 1185358"/>
              <a:gd name="connsiteX21-979" fmla="*/ 551426 w 1376584"/>
              <a:gd name="connsiteY21-980" fmla="*/ 782452 h 1185358"/>
              <a:gd name="connsiteX22-981" fmla="*/ 549674 w 1376584"/>
              <a:gd name="connsiteY22-982" fmla="*/ 778130 h 1185358"/>
              <a:gd name="connsiteX23-983" fmla="*/ 549308 w 1376584"/>
              <a:gd name="connsiteY23-984" fmla="*/ 776172 h 1185358"/>
              <a:gd name="connsiteX24-985" fmla="*/ 554123 w 1376584"/>
              <a:gd name="connsiteY24-986" fmla="*/ 762381 h 1185358"/>
              <a:gd name="connsiteX25-987" fmla="*/ 548430 w 1376584"/>
              <a:gd name="connsiteY25-988" fmla="*/ 769071 h 1185358"/>
              <a:gd name="connsiteX26-989" fmla="*/ 548838 w 1376584"/>
              <a:gd name="connsiteY26-990" fmla="*/ 773663 h 1185358"/>
              <a:gd name="connsiteX27-991" fmla="*/ 547940 w 1376584"/>
              <a:gd name="connsiteY27-992" fmla="*/ 768867 h 1185358"/>
              <a:gd name="connsiteX28-993" fmla="*/ 766437 w 1376584"/>
              <a:gd name="connsiteY28-994" fmla="*/ 425807 h 1185358"/>
              <a:gd name="connsiteX29-995" fmla="*/ 975541 w 1376584"/>
              <a:gd name="connsiteY29-996" fmla="*/ 111878 h 1185358"/>
              <a:gd name="connsiteX30-997" fmla="*/ 840116 w 1376584"/>
              <a:gd name="connsiteY30-998" fmla="*/ 488747 h 1185358"/>
              <a:gd name="connsiteX31-999" fmla="*/ 561095 w 1376584"/>
              <a:gd name="connsiteY31-1000" fmla="*/ 758900 h 1185358"/>
              <a:gd name="connsiteX32-1001" fmla="*/ 559352 w 1376584"/>
              <a:gd name="connsiteY32-1002" fmla="*/ 804155 h 1185358"/>
              <a:gd name="connsiteX33-1003" fmla="*/ 932206 w 1376584"/>
              <a:gd name="connsiteY33-1004" fmla="*/ 720066 h 1185358"/>
              <a:gd name="connsiteX34-1005" fmla="*/ 1376577 w 1376584"/>
              <a:gd name="connsiteY34-1006" fmla="*/ 808257 h 1185358"/>
              <a:gd name="connsiteX35-1007" fmla="*/ 924252 w 1376584"/>
              <a:gd name="connsiteY35-1008" fmla="*/ 827983 h 1185358"/>
              <a:gd name="connsiteX36-1009" fmla="*/ 554123 w 1376584"/>
              <a:gd name="connsiteY36-1010" fmla="*/ 845929 h 1185358"/>
              <a:gd name="connsiteX37-1011" fmla="*/ 442564 w 1376584"/>
              <a:gd name="connsiteY37-1012" fmla="*/ 1127906 h 1185358"/>
              <a:gd name="connsiteX38-1013" fmla="*/ 442564 w 1376584"/>
              <a:gd name="connsiteY38-1014" fmla="*/ 1126165 h 1185358"/>
              <a:gd name="connsiteX39-1015" fmla="*/ 433782 w 1376584"/>
              <a:gd name="connsiteY39-1016" fmla="*/ 1185358 h 1185358"/>
              <a:gd name="connsiteX40-1017" fmla="*/ 409926 w 1376584"/>
              <a:gd name="connsiteY40-1018" fmla="*/ 1173146 h 1185358"/>
              <a:gd name="connsiteX41-1019" fmla="*/ 308758 w 1376584"/>
              <a:gd name="connsiteY41-1020" fmla="*/ 1101219 h 1185358"/>
              <a:gd name="connsiteX42-1021" fmla="*/ 306177 w 1376584"/>
              <a:gd name="connsiteY42-1022" fmla="*/ 1098759 h 1185358"/>
              <a:gd name="connsiteX43-1023" fmla="*/ 306601 w 1376584"/>
              <a:gd name="connsiteY43-1024" fmla="*/ 1094345 h 1185358"/>
              <a:gd name="connsiteX44-1025" fmla="*/ 212473 w 1376584"/>
              <a:gd name="connsiteY44-1026" fmla="*/ 985177 h 1185358"/>
              <a:gd name="connsiteX45-1027" fmla="*/ 184408 w 1376584"/>
              <a:gd name="connsiteY45-1028" fmla="*/ 971573 h 1185358"/>
              <a:gd name="connsiteX46-1029" fmla="*/ 142558 w 1376584"/>
              <a:gd name="connsiteY46-1030" fmla="*/ 918310 h 1185358"/>
              <a:gd name="connsiteX47-1031" fmla="*/ 92255 w 1376584"/>
              <a:gd name="connsiteY47-1032" fmla="*/ 830791 h 1185358"/>
              <a:gd name="connsiteX48-1033" fmla="*/ 183494 w 1376584"/>
              <a:gd name="connsiteY48-1034" fmla="*/ 890967 h 1185358"/>
              <a:gd name="connsiteX49-1035" fmla="*/ 317059 w 1376584"/>
              <a:gd name="connsiteY49-1036" fmla="*/ 939922 h 1185358"/>
              <a:gd name="connsiteX50-1037" fmla="*/ 184583 w 1376584"/>
              <a:gd name="connsiteY50-1038" fmla="*/ 428187 h 1185358"/>
              <a:gd name="connsiteX51-1039" fmla="*/ 184583 w 1376584"/>
              <a:gd name="connsiteY51-1040" fmla="*/ 429927 h 1185358"/>
              <a:gd name="connsiteX52-1041" fmla="*/ 3681 w 1376584"/>
              <a:gd name="connsiteY52-1042" fmla="*/ 380483 h 1185358"/>
              <a:gd name="connsiteX53-1043" fmla="*/ 0 w 1376584"/>
              <a:gd name="connsiteY53-1044" fmla="*/ 378767 h 1185358"/>
              <a:gd name="connsiteX54-1045" fmla="*/ 5499 w 1376584"/>
              <a:gd name="connsiteY54-1046" fmla="*/ 306086 h 1185358"/>
              <a:gd name="connsiteX55-1047" fmla="*/ 6479 w 1376584"/>
              <a:gd name="connsiteY55-1048" fmla="*/ 301836 h 1185358"/>
              <a:gd name="connsiteX56-1049" fmla="*/ 21248 w 1376584"/>
              <a:gd name="connsiteY56-1050" fmla="*/ 309554 h 1185358"/>
              <a:gd name="connsiteX57-1051" fmla="*/ 179354 w 1376584"/>
              <a:gd name="connsiteY57-1052" fmla="*/ 417743 h 1185358"/>
              <a:gd name="connsiteX58-1053" fmla="*/ 161923 w 1376584"/>
              <a:gd name="connsiteY58-1054" fmla="*/ 363785 h 1185358"/>
              <a:gd name="connsiteX59-1055" fmla="*/ 76864 w 1376584"/>
              <a:gd name="connsiteY59-1056" fmla="*/ 223531 h 1185358"/>
              <a:gd name="connsiteX60-1057" fmla="*/ 45093 w 1376584"/>
              <a:gd name="connsiteY60-1058" fmla="*/ 153773 h 1185358"/>
              <a:gd name="connsiteX61-1059" fmla="*/ 78906 w 1376584"/>
              <a:gd name="connsiteY61-1060" fmla="*/ 67954 h 1185358"/>
              <a:gd name="connsiteX62-1061" fmla="*/ 102657 w 1376584"/>
              <a:gd name="connsiteY62-1062" fmla="*/ 120101 h 1185358"/>
              <a:gd name="connsiteX63-1063" fmla="*/ 177611 w 1376584"/>
              <a:gd name="connsiteY63-1064" fmla="*/ 358563 h 1185358"/>
              <a:gd name="connsiteX64-1065" fmla="*/ 231647 w 1376584"/>
              <a:gd name="connsiteY64-1066" fmla="*/ 436890 h 1185358"/>
              <a:gd name="connsiteX65-1067" fmla="*/ 224675 w 1376584"/>
              <a:gd name="connsiteY65-1068" fmla="*/ 257608 h 1185358"/>
              <a:gd name="connsiteX66-1069" fmla="*/ 259537 w 1376584"/>
              <a:gd name="connsiteY66-1070" fmla="*/ 0 h 1185358"/>
              <a:gd name="connsiteX0-1071" fmla="*/ 548838 w 1376584"/>
              <a:gd name="connsiteY0-1072" fmla="*/ 773663 h 1185358"/>
              <a:gd name="connsiteX1-1073" fmla="*/ 549308 w 1376584"/>
              <a:gd name="connsiteY1-1074" fmla="*/ 776172 h 1185358"/>
              <a:gd name="connsiteX2-1075" fmla="*/ 549111 w 1376584"/>
              <a:gd name="connsiteY2-1076" fmla="*/ 776736 h 1185358"/>
              <a:gd name="connsiteX3-1077" fmla="*/ 548838 w 1376584"/>
              <a:gd name="connsiteY3-1078" fmla="*/ 773663 h 1185358"/>
              <a:gd name="connsiteX4-1079" fmla="*/ 259537 w 1376584"/>
              <a:gd name="connsiteY4-1080" fmla="*/ 0 h 1185358"/>
              <a:gd name="connsiteX5-1081" fmla="*/ 289170 w 1376584"/>
              <a:gd name="connsiteY5-1082" fmla="*/ 257608 h 1185358"/>
              <a:gd name="connsiteX6-1083" fmla="*/ 266509 w 1376584"/>
              <a:gd name="connsiteY6-1084" fmla="*/ 492589 h 1185358"/>
              <a:gd name="connsiteX7-1085" fmla="*/ 332747 w 1376584"/>
              <a:gd name="connsiteY7-1086" fmla="*/ 610949 h 1185358"/>
              <a:gd name="connsiteX8-1087" fmla="*/ 367610 w 1376584"/>
              <a:gd name="connsiteY8-1088" fmla="*/ 429927 h 1185358"/>
              <a:gd name="connsiteX9-1089" fmla="*/ 433162 w 1376584"/>
              <a:gd name="connsiteY9-1090" fmla="*/ 160054 h 1185358"/>
              <a:gd name="connsiteX10-1091" fmla="*/ 432105 w 1376584"/>
              <a:gd name="connsiteY10-1092" fmla="*/ 445593 h 1185358"/>
              <a:gd name="connsiteX11-1093" fmla="*/ 358894 w 1376584"/>
              <a:gd name="connsiteY11-1094" fmla="*/ 663167 h 1185358"/>
              <a:gd name="connsiteX12-1095" fmla="*/ 446050 w 1376584"/>
              <a:gd name="connsiteY12-1096" fmla="*/ 1009545 h 1185358"/>
              <a:gd name="connsiteX13-1097" fmla="*/ 527976 w 1376584"/>
              <a:gd name="connsiteY13-1098" fmla="*/ 833745 h 1185358"/>
              <a:gd name="connsiteX14-1099" fmla="*/ 524490 w 1376584"/>
              <a:gd name="connsiteY14-1100" fmla="*/ 828523 h 1185358"/>
              <a:gd name="connsiteX15-1101" fmla="*/ 534948 w 1376584"/>
              <a:gd name="connsiteY15-1102" fmla="*/ 816339 h 1185358"/>
              <a:gd name="connsiteX16-1103" fmla="*/ 545843 w 1376584"/>
              <a:gd name="connsiteY16-1104" fmla="*/ 786096 h 1185358"/>
              <a:gd name="connsiteX17-1105" fmla="*/ 549111 w 1376584"/>
              <a:gd name="connsiteY17-1106" fmla="*/ 776736 h 1185358"/>
              <a:gd name="connsiteX18-1107" fmla="*/ 549111 w 1376584"/>
              <a:gd name="connsiteY18-1108" fmla="*/ 776741 h 1185358"/>
              <a:gd name="connsiteX19-1109" fmla="*/ 549674 w 1376584"/>
              <a:gd name="connsiteY19-1110" fmla="*/ 778130 h 1185358"/>
              <a:gd name="connsiteX20-1111" fmla="*/ 550636 w 1376584"/>
              <a:gd name="connsiteY20-1112" fmla="*/ 783268 h 1185358"/>
              <a:gd name="connsiteX21-1113" fmla="*/ 551426 w 1376584"/>
              <a:gd name="connsiteY21-1114" fmla="*/ 782452 h 1185358"/>
              <a:gd name="connsiteX22-1115" fmla="*/ 549674 w 1376584"/>
              <a:gd name="connsiteY22-1116" fmla="*/ 778130 h 1185358"/>
              <a:gd name="connsiteX23-1117" fmla="*/ 549308 w 1376584"/>
              <a:gd name="connsiteY23-1118" fmla="*/ 776172 h 1185358"/>
              <a:gd name="connsiteX24-1119" fmla="*/ 554123 w 1376584"/>
              <a:gd name="connsiteY24-1120" fmla="*/ 762381 h 1185358"/>
              <a:gd name="connsiteX25-1121" fmla="*/ 548430 w 1376584"/>
              <a:gd name="connsiteY25-1122" fmla="*/ 769071 h 1185358"/>
              <a:gd name="connsiteX26-1123" fmla="*/ 548838 w 1376584"/>
              <a:gd name="connsiteY26-1124" fmla="*/ 773663 h 1185358"/>
              <a:gd name="connsiteX27-1125" fmla="*/ 547940 w 1376584"/>
              <a:gd name="connsiteY27-1126" fmla="*/ 768867 h 1185358"/>
              <a:gd name="connsiteX28-1127" fmla="*/ 766437 w 1376584"/>
              <a:gd name="connsiteY28-1128" fmla="*/ 425807 h 1185358"/>
              <a:gd name="connsiteX29-1129" fmla="*/ 975541 w 1376584"/>
              <a:gd name="connsiteY29-1130" fmla="*/ 111878 h 1185358"/>
              <a:gd name="connsiteX30-1131" fmla="*/ 840116 w 1376584"/>
              <a:gd name="connsiteY30-1132" fmla="*/ 488747 h 1185358"/>
              <a:gd name="connsiteX31-1133" fmla="*/ 561095 w 1376584"/>
              <a:gd name="connsiteY31-1134" fmla="*/ 758900 h 1185358"/>
              <a:gd name="connsiteX32-1135" fmla="*/ 559352 w 1376584"/>
              <a:gd name="connsiteY32-1136" fmla="*/ 804155 h 1185358"/>
              <a:gd name="connsiteX33-1137" fmla="*/ 932206 w 1376584"/>
              <a:gd name="connsiteY33-1138" fmla="*/ 720066 h 1185358"/>
              <a:gd name="connsiteX34-1139" fmla="*/ 1376577 w 1376584"/>
              <a:gd name="connsiteY34-1140" fmla="*/ 808257 h 1185358"/>
              <a:gd name="connsiteX35-1141" fmla="*/ 924252 w 1376584"/>
              <a:gd name="connsiteY35-1142" fmla="*/ 827983 h 1185358"/>
              <a:gd name="connsiteX36-1143" fmla="*/ 554123 w 1376584"/>
              <a:gd name="connsiteY36-1144" fmla="*/ 845929 h 1185358"/>
              <a:gd name="connsiteX37-1145" fmla="*/ 442564 w 1376584"/>
              <a:gd name="connsiteY37-1146" fmla="*/ 1127906 h 1185358"/>
              <a:gd name="connsiteX38-1147" fmla="*/ 442564 w 1376584"/>
              <a:gd name="connsiteY38-1148" fmla="*/ 1126165 h 1185358"/>
              <a:gd name="connsiteX39-1149" fmla="*/ 433782 w 1376584"/>
              <a:gd name="connsiteY39-1150" fmla="*/ 1185358 h 1185358"/>
              <a:gd name="connsiteX40-1151" fmla="*/ 409926 w 1376584"/>
              <a:gd name="connsiteY40-1152" fmla="*/ 1173146 h 1185358"/>
              <a:gd name="connsiteX41-1153" fmla="*/ 308758 w 1376584"/>
              <a:gd name="connsiteY41-1154" fmla="*/ 1101219 h 1185358"/>
              <a:gd name="connsiteX42-1155" fmla="*/ 306177 w 1376584"/>
              <a:gd name="connsiteY42-1156" fmla="*/ 1098759 h 1185358"/>
              <a:gd name="connsiteX43-1157" fmla="*/ 306601 w 1376584"/>
              <a:gd name="connsiteY43-1158" fmla="*/ 1094345 h 1185358"/>
              <a:gd name="connsiteX44-1159" fmla="*/ 212473 w 1376584"/>
              <a:gd name="connsiteY44-1160" fmla="*/ 985177 h 1185358"/>
              <a:gd name="connsiteX45-1161" fmla="*/ 184408 w 1376584"/>
              <a:gd name="connsiteY45-1162" fmla="*/ 971573 h 1185358"/>
              <a:gd name="connsiteX46-1163" fmla="*/ 142558 w 1376584"/>
              <a:gd name="connsiteY46-1164" fmla="*/ 918310 h 1185358"/>
              <a:gd name="connsiteX47-1165" fmla="*/ 92255 w 1376584"/>
              <a:gd name="connsiteY47-1166" fmla="*/ 830791 h 1185358"/>
              <a:gd name="connsiteX48-1167" fmla="*/ 183494 w 1376584"/>
              <a:gd name="connsiteY48-1168" fmla="*/ 890967 h 1185358"/>
              <a:gd name="connsiteX49-1169" fmla="*/ 317059 w 1376584"/>
              <a:gd name="connsiteY49-1170" fmla="*/ 939922 h 1185358"/>
              <a:gd name="connsiteX50-1171" fmla="*/ 184583 w 1376584"/>
              <a:gd name="connsiteY50-1172" fmla="*/ 428187 h 1185358"/>
              <a:gd name="connsiteX51-1173" fmla="*/ 184583 w 1376584"/>
              <a:gd name="connsiteY51-1174" fmla="*/ 429927 h 1185358"/>
              <a:gd name="connsiteX52-1175" fmla="*/ 3681 w 1376584"/>
              <a:gd name="connsiteY52-1176" fmla="*/ 380483 h 1185358"/>
              <a:gd name="connsiteX53-1177" fmla="*/ 0 w 1376584"/>
              <a:gd name="connsiteY53-1178" fmla="*/ 378767 h 1185358"/>
              <a:gd name="connsiteX54-1179" fmla="*/ 5499 w 1376584"/>
              <a:gd name="connsiteY54-1180" fmla="*/ 306086 h 1185358"/>
              <a:gd name="connsiteX55-1181" fmla="*/ 6479 w 1376584"/>
              <a:gd name="connsiteY55-1182" fmla="*/ 301836 h 1185358"/>
              <a:gd name="connsiteX56-1183" fmla="*/ 21248 w 1376584"/>
              <a:gd name="connsiteY56-1184" fmla="*/ 309554 h 1185358"/>
              <a:gd name="connsiteX57-1185" fmla="*/ 179354 w 1376584"/>
              <a:gd name="connsiteY57-1186" fmla="*/ 417743 h 1185358"/>
              <a:gd name="connsiteX58-1187" fmla="*/ 161923 w 1376584"/>
              <a:gd name="connsiteY58-1188" fmla="*/ 363785 h 1185358"/>
              <a:gd name="connsiteX59-1189" fmla="*/ 76864 w 1376584"/>
              <a:gd name="connsiteY59-1190" fmla="*/ 223531 h 1185358"/>
              <a:gd name="connsiteX60-1191" fmla="*/ 45093 w 1376584"/>
              <a:gd name="connsiteY60-1192" fmla="*/ 153773 h 1185358"/>
              <a:gd name="connsiteX61-1193" fmla="*/ 78906 w 1376584"/>
              <a:gd name="connsiteY61-1194" fmla="*/ 67954 h 1185358"/>
              <a:gd name="connsiteX62-1195" fmla="*/ 102657 w 1376584"/>
              <a:gd name="connsiteY62-1196" fmla="*/ 120101 h 1185358"/>
              <a:gd name="connsiteX63-1197" fmla="*/ 177611 w 1376584"/>
              <a:gd name="connsiteY63-1198" fmla="*/ 358563 h 1185358"/>
              <a:gd name="connsiteX64-1199" fmla="*/ 231647 w 1376584"/>
              <a:gd name="connsiteY64-1200" fmla="*/ 436890 h 1185358"/>
              <a:gd name="connsiteX65-1201" fmla="*/ 224675 w 1376584"/>
              <a:gd name="connsiteY65-1202" fmla="*/ 257608 h 1185358"/>
              <a:gd name="connsiteX66-1203" fmla="*/ 259537 w 1376584"/>
              <a:gd name="connsiteY66-1204" fmla="*/ 0 h 1185358"/>
              <a:gd name="connsiteX0-1205" fmla="*/ 548838 w 1376584"/>
              <a:gd name="connsiteY0-1206" fmla="*/ 773663 h 1185358"/>
              <a:gd name="connsiteX1-1207" fmla="*/ 549308 w 1376584"/>
              <a:gd name="connsiteY1-1208" fmla="*/ 776172 h 1185358"/>
              <a:gd name="connsiteX2-1209" fmla="*/ 549111 w 1376584"/>
              <a:gd name="connsiteY2-1210" fmla="*/ 776736 h 1185358"/>
              <a:gd name="connsiteX3-1211" fmla="*/ 548838 w 1376584"/>
              <a:gd name="connsiteY3-1212" fmla="*/ 773663 h 1185358"/>
              <a:gd name="connsiteX4-1213" fmla="*/ 259537 w 1376584"/>
              <a:gd name="connsiteY4-1214" fmla="*/ 0 h 1185358"/>
              <a:gd name="connsiteX5-1215" fmla="*/ 289170 w 1376584"/>
              <a:gd name="connsiteY5-1216" fmla="*/ 257608 h 1185358"/>
              <a:gd name="connsiteX6-1217" fmla="*/ 266509 w 1376584"/>
              <a:gd name="connsiteY6-1218" fmla="*/ 492589 h 1185358"/>
              <a:gd name="connsiteX7-1219" fmla="*/ 332747 w 1376584"/>
              <a:gd name="connsiteY7-1220" fmla="*/ 610949 h 1185358"/>
              <a:gd name="connsiteX8-1221" fmla="*/ 367610 w 1376584"/>
              <a:gd name="connsiteY8-1222" fmla="*/ 429927 h 1185358"/>
              <a:gd name="connsiteX9-1223" fmla="*/ 433162 w 1376584"/>
              <a:gd name="connsiteY9-1224" fmla="*/ 160054 h 1185358"/>
              <a:gd name="connsiteX10-1225" fmla="*/ 432105 w 1376584"/>
              <a:gd name="connsiteY10-1226" fmla="*/ 445593 h 1185358"/>
              <a:gd name="connsiteX11-1227" fmla="*/ 358894 w 1376584"/>
              <a:gd name="connsiteY11-1228" fmla="*/ 663167 h 1185358"/>
              <a:gd name="connsiteX12-1229" fmla="*/ 446050 w 1376584"/>
              <a:gd name="connsiteY12-1230" fmla="*/ 1009545 h 1185358"/>
              <a:gd name="connsiteX13-1231" fmla="*/ 527976 w 1376584"/>
              <a:gd name="connsiteY13-1232" fmla="*/ 833745 h 1185358"/>
              <a:gd name="connsiteX14-1233" fmla="*/ 524490 w 1376584"/>
              <a:gd name="connsiteY14-1234" fmla="*/ 828523 h 1185358"/>
              <a:gd name="connsiteX15-1235" fmla="*/ 534948 w 1376584"/>
              <a:gd name="connsiteY15-1236" fmla="*/ 816339 h 1185358"/>
              <a:gd name="connsiteX16-1237" fmla="*/ 545843 w 1376584"/>
              <a:gd name="connsiteY16-1238" fmla="*/ 786096 h 1185358"/>
              <a:gd name="connsiteX17-1239" fmla="*/ 549111 w 1376584"/>
              <a:gd name="connsiteY17-1240" fmla="*/ 776736 h 1185358"/>
              <a:gd name="connsiteX18-1241" fmla="*/ 549111 w 1376584"/>
              <a:gd name="connsiteY18-1242" fmla="*/ 776741 h 1185358"/>
              <a:gd name="connsiteX19-1243" fmla="*/ 549674 w 1376584"/>
              <a:gd name="connsiteY19-1244" fmla="*/ 778130 h 1185358"/>
              <a:gd name="connsiteX20-1245" fmla="*/ 550636 w 1376584"/>
              <a:gd name="connsiteY20-1246" fmla="*/ 783268 h 1185358"/>
              <a:gd name="connsiteX21-1247" fmla="*/ 551426 w 1376584"/>
              <a:gd name="connsiteY21-1248" fmla="*/ 782452 h 1185358"/>
              <a:gd name="connsiteX22-1249" fmla="*/ 549674 w 1376584"/>
              <a:gd name="connsiteY22-1250" fmla="*/ 778130 h 1185358"/>
              <a:gd name="connsiteX23-1251" fmla="*/ 549308 w 1376584"/>
              <a:gd name="connsiteY23-1252" fmla="*/ 776172 h 1185358"/>
              <a:gd name="connsiteX24-1253" fmla="*/ 554123 w 1376584"/>
              <a:gd name="connsiteY24-1254" fmla="*/ 762381 h 1185358"/>
              <a:gd name="connsiteX25-1255" fmla="*/ 548430 w 1376584"/>
              <a:gd name="connsiteY25-1256" fmla="*/ 769071 h 1185358"/>
              <a:gd name="connsiteX26-1257" fmla="*/ 548838 w 1376584"/>
              <a:gd name="connsiteY26-1258" fmla="*/ 773663 h 1185358"/>
              <a:gd name="connsiteX27-1259" fmla="*/ 547940 w 1376584"/>
              <a:gd name="connsiteY27-1260" fmla="*/ 768867 h 1185358"/>
              <a:gd name="connsiteX28-1261" fmla="*/ 766437 w 1376584"/>
              <a:gd name="connsiteY28-1262" fmla="*/ 425807 h 1185358"/>
              <a:gd name="connsiteX29-1263" fmla="*/ 975541 w 1376584"/>
              <a:gd name="connsiteY29-1264" fmla="*/ 111878 h 1185358"/>
              <a:gd name="connsiteX30-1265" fmla="*/ 840116 w 1376584"/>
              <a:gd name="connsiteY30-1266" fmla="*/ 488747 h 1185358"/>
              <a:gd name="connsiteX31-1267" fmla="*/ 561095 w 1376584"/>
              <a:gd name="connsiteY31-1268" fmla="*/ 758900 h 1185358"/>
              <a:gd name="connsiteX32-1269" fmla="*/ 559352 w 1376584"/>
              <a:gd name="connsiteY32-1270" fmla="*/ 804155 h 1185358"/>
              <a:gd name="connsiteX33-1271" fmla="*/ 932206 w 1376584"/>
              <a:gd name="connsiteY33-1272" fmla="*/ 720066 h 1185358"/>
              <a:gd name="connsiteX34-1273" fmla="*/ 1376577 w 1376584"/>
              <a:gd name="connsiteY34-1274" fmla="*/ 808257 h 1185358"/>
              <a:gd name="connsiteX35-1275" fmla="*/ 924252 w 1376584"/>
              <a:gd name="connsiteY35-1276" fmla="*/ 827983 h 1185358"/>
              <a:gd name="connsiteX36-1277" fmla="*/ 554123 w 1376584"/>
              <a:gd name="connsiteY36-1278" fmla="*/ 845929 h 1185358"/>
              <a:gd name="connsiteX37-1279" fmla="*/ 442564 w 1376584"/>
              <a:gd name="connsiteY37-1280" fmla="*/ 1127906 h 1185358"/>
              <a:gd name="connsiteX38-1281" fmla="*/ 442564 w 1376584"/>
              <a:gd name="connsiteY38-1282" fmla="*/ 1126165 h 1185358"/>
              <a:gd name="connsiteX39-1283" fmla="*/ 433782 w 1376584"/>
              <a:gd name="connsiteY39-1284" fmla="*/ 1185358 h 1185358"/>
              <a:gd name="connsiteX40-1285" fmla="*/ 409926 w 1376584"/>
              <a:gd name="connsiteY40-1286" fmla="*/ 1173146 h 1185358"/>
              <a:gd name="connsiteX41-1287" fmla="*/ 308758 w 1376584"/>
              <a:gd name="connsiteY41-1288" fmla="*/ 1101219 h 1185358"/>
              <a:gd name="connsiteX42-1289" fmla="*/ 306177 w 1376584"/>
              <a:gd name="connsiteY42-1290" fmla="*/ 1098759 h 1185358"/>
              <a:gd name="connsiteX43-1291" fmla="*/ 306601 w 1376584"/>
              <a:gd name="connsiteY43-1292" fmla="*/ 1094345 h 1185358"/>
              <a:gd name="connsiteX44-1293" fmla="*/ 212473 w 1376584"/>
              <a:gd name="connsiteY44-1294" fmla="*/ 985177 h 1185358"/>
              <a:gd name="connsiteX45-1295" fmla="*/ 184408 w 1376584"/>
              <a:gd name="connsiteY45-1296" fmla="*/ 971573 h 1185358"/>
              <a:gd name="connsiteX46-1297" fmla="*/ 142558 w 1376584"/>
              <a:gd name="connsiteY46-1298" fmla="*/ 918310 h 1185358"/>
              <a:gd name="connsiteX47-1299" fmla="*/ 92255 w 1376584"/>
              <a:gd name="connsiteY47-1300" fmla="*/ 830791 h 1185358"/>
              <a:gd name="connsiteX48-1301" fmla="*/ 183494 w 1376584"/>
              <a:gd name="connsiteY48-1302" fmla="*/ 890967 h 1185358"/>
              <a:gd name="connsiteX49-1303" fmla="*/ 317059 w 1376584"/>
              <a:gd name="connsiteY49-1304" fmla="*/ 939922 h 1185358"/>
              <a:gd name="connsiteX50-1305" fmla="*/ 184583 w 1376584"/>
              <a:gd name="connsiteY50-1306" fmla="*/ 428187 h 1185358"/>
              <a:gd name="connsiteX51-1307" fmla="*/ 184583 w 1376584"/>
              <a:gd name="connsiteY51-1308" fmla="*/ 429927 h 1185358"/>
              <a:gd name="connsiteX52-1309" fmla="*/ 3681 w 1376584"/>
              <a:gd name="connsiteY52-1310" fmla="*/ 380483 h 1185358"/>
              <a:gd name="connsiteX53-1311" fmla="*/ 0 w 1376584"/>
              <a:gd name="connsiteY53-1312" fmla="*/ 378767 h 1185358"/>
              <a:gd name="connsiteX54-1313" fmla="*/ 5499 w 1376584"/>
              <a:gd name="connsiteY54-1314" fmla="*/ 306086 h 1185358"/>
              <a:gd name="connsiteX55-1315" fmla="*/ 6479 w 1376584"/>
              <a:gd name="connsiteY55-1316" fmla="*/ 301836 h 1185358"/>
              <a:gd name="connsiteX56-1317" fmla="*/ 21248 w 1376584"/>
              <a:gd name="connsiteY56-1318" fmla="*/ 309554 h 1185358"/>
              <a:gd name="connsiteX57-1319" fmla="*/ 179354 w 1376584"/>
              <a:gd name="connsiteY57-1320" fmla="*/ 417743 h 1185358"/>
              <a:gd name="connsiteX58-1321" fmla="*/ 161923 w 1376584"/>
              <a:gd name="connsiteY58-1322" fmla="*/ 363785 h 1185358"/>
              <a:gd name="connsiteX59-1323" fmla="*/ 76864 w 1376584"/>
              <a:gd name="connsiteY59-1324" fmla="*/ 223531 h 1185358"/>
              <a:gd name="connsiteX60-1325" fmla="*/ 45093 w 1376584"/>
              <a:gd name="connsiteY60-1326" fmla="*/ 153773 h 1185358"/>
              <a:gd name="connsiteX61-1327" fmla="*/ 78906 w 1376584"/>
              <a:gd name="connsiteY61-1328" fmla="*/ 67954 h 1185358"/>
              <a:gd name="connsiteX62-1329" fmla="*/ 102657 w 1376584"/>
              <a:gd name="connsiteY62-1330" fmla="*/ 120101 h 1185358"/>
              <a:gd name="connsiteX63-1331" fmla="*/ 177611 w 1376584"/>
              <a:gd name="connsiteY63-1332" fmla="*/ 358563 h 1185358"/>
              <a:gd name="connsiteX64-1333" fmla="*/ 231647 w 1376584"/>
              <a:gd name="connsiteY64-1334" fmla="*/ 436890 h 1185358"/>
              <a:gd name="connsiteX65-1335" fmla="*/ 224675 w 1376584"/>
              <a:gd name="connsiteY65-1336" fmla="*/ 257608 h 1185358"/>
              <a:gd name="connsiteX66-1337" fmla="*/ 259537 w 1376584"/>
              <a:gd name="connsiteY66-1338" fmla="*/ 0 h 1185358"/>
              <a:gd name="connsiteX0-1339" fmla="*/ 548838 w 1376584"/>
              <a:gd name="connsiteY0-1340" fmla="*/ 773663 h 1185358"/>
              <a:gd name="connsiteX1-1341" fmla="*/ 549308 w 1376584"/>
              <a:gd name="connsiteY1-1342" fmla="*/ 776172 h 1185358"/>
              <a:gd name="connsiteX2-1343" fmla="*/ 549111 w 1376584"/>
              <a:gd name="connsiteY2-1344" fmla="*/ 776736 h 1185358"/>
              <a:gd name="connsiteX3-1345" fmla="*/ 548838 w 1376584"/>
              <a:gd name="connsiteY3-1346" fmla="*/ 773663 h 1185358"/>
              <a:gd name="connsiteX4-1347" fmla="*/ 259537 w 1376584"/>
              <a:gd name="connsiteY4-1348" fmla="*/ 0 h 1185358"/>
              <a:gd name="connsiteX5-1349" fmla="*/ 289170 w 1376584"/>
              <a:gd name="connsiteY5-1350" fmla="*/ 257608 h 1185358"/>
              <a:gd name="connsiteX6-1351" fmla="*/ 266509 w 1376584"/>
              <a:gd name="connsiteY6-1352" fmla="*/ 492589 h 1185358"/>
              <a:gd name="connsiteX7-1353" fmla="*/ 332747 w 1376584"/>
              <a:gd name="connsiteY7-1354" fmla="*/ 610949 h 1185358"/>
              <a:gd name="connsiteX8-1355" fmla="*/ 367610 w 1376584"/>
              <a:gd name="connsiteY8-1356" fmla="*/ 429927 h 1185358"/>
              <a:gd name="connsiteX9-1357" fmla="*/ 433162 w 1376584"/>
              <a:gd name="connsiteY9-1358" fmla="*/ 160054 h 1185358"/>
              <a:gd name="connsiteX10-1359" fmla="*/ 432105 w 1376584"/>
              <a:gd name="connsiteY10-1360" fmla="*/ 445593 h 1185358"/>
              <a:gd name="connsiteX11-1361" fmla="*/ 358894 w 1376584"/>
              <a:gd name="connsiteY11-1362" fmla="*/ 663167 h 1185358"/>
              <a:gd name="connsiteX12-1363" fmla="*/ 446050 w 1376584"/>
              <a:gd name="connsiteY12-1364" fmla="*/ 1009545 h 1185358"/>
              <a:gd name="connsiteX13-1365" fmla="*/ 527976 w 1376584"/>
              <a:gd name="connsiteY13-1366" fmla="*/ 833745 h 1185358"/>
              <a:gd name="connsiteX14-1367" fmla="*/ 524490 w 1376584"/>
              <a:gd name="connsiteY14-1368" fmla="*/ 828523 h 1185358"/>
              <a:gd name="connsiteX15-1369" fmla="*/ 534948 w 1376584"/>
              <a:gd name="connsiteY15-1370" fmla="*/ 816339 h 1185358"/>
              <a:gd name="connsiteX16-1371" fmla="*/ 545843 w 1376584"/>
              <a:gd name="connsiteY16-1372" fmla="*/ 786096 h 1185358"/>
              <a:gd name="connsiteX17-1373" fmla="*/ 549111 w 1376584"/>
              <a:gd name="connsiteY17-1374" fmla="*/ 776736 h 1185358"/>
              <a:gd name="connsiteX18-1375" fmla="*/ 549111 w 1376584"/>
              <a:gd name="connsiteY18-1376" fmla="*/ 776741 h 1185358"/>
              <a:gd name="connsiteX19-1377" fmla="*/ 549674 w 1376584"/>
              <a:gd name="connsiteY19-1378" fmla="*/ 778130 h 1185358"/>
              <a:gd name="connsiteX20-1379" fmla="*/ 550636 w 1376584"/>
              <a:gd name="connsiteY20-1380" fmla="*/ 783268 h 1185358"/>
              <a:gd name="connsiteX21-1381" fmla="*/ 551426 w 1376584"/>
              <a:gd name="connsiteY21-1382" fmla="*/ 782452 h 1185358"/>
              <a:gd name="connsiteX22-1383" fmla="*/ 549674 w 1376584"/>
              <a:gd name="connsiteY22-1384" fmla="*/ 778130 h 1185358"/>
              <a:gd name="connsiteX23-1385" fmla="*/ 549308 w 1376584"/>
              <a:gd name="connsiteY23-1386" fmla="*/ 776172 h 1185358"/>
              <a:gd name="connsiteX24-1387" fmla="*/ 554123 w 1376584"/>
              <a:gd name="connsiteY24-1388" fmla="*/ 762381 h 1185358"/>
              <a:gd name="connsiteX25-1389" fmla="*/ 548430 w 1376584"/>
              <a:gd name="connsiteY25-1390" fmla="*/ 769071 h 1185358"/>
              <a:gd name="connsiteX26-1391" fmla="*/ 548838 w 1376584"/>
              <a:gd name="connsiteY26-1392" fmla="*/ 773663 h 1185358"/>
              <a:gd name="connsiteX27-1393" fmla="*/ 547940 w 1376584"/>
              <a:gd name="connsiteY27-1394" fmla="*/ 768867 h 1185358"/>
              <a:gd name="connsiteX28-1395" fmla="*/ 766437 w 1376584"/>
              <a:gd name="connsiteY28-1396" fmla="*/ 425807 h 1185358"/>
              <a:gd name="connsiteX29-1397" fmla="*/ 975541 w 1376584"/>
              <a:gd name="connsiteY29-1398" fmla="*/ 111878 h 1185358"/>
              <a:gd name="connsiteX30-1399" fmla="*/ 840116 w 1376584"/>
              <a:gd name="connsiteY30-1400" fmla="*/ 488747 h 1185358"/>
              <a:gd name="connsiteX31-1401" fmla="*/ 561095 w 1376584"/>
              <a:gd name="connsiteY31-1402" fmla="*/ 758900 h 1185358"/>
              <a:gd name="connsiteX32-1403" fmla="*/ 559352 w 1376584"/>
              <a:gd name="connsiteY32-1404" fmla="*/ 804155 h 1185358"/>
              <a:gd name="connsiteX33-1405" fmla="*/ 932206 w 1376584"/>
              <a:gd name="connsiteY33-1406" fmla="*/ 720066 h 1185358"/>
              <a:gd name="connsiteX34-1407" fmla="*/ 1376577 w 1376584"/>
              <a:gd name="connsiteY34-1408" fmla="*/ 808257 h 1185358"/>
              <a:gd name="connsiteX35-1409" fmla="*/ 924252 w 1376584"/>
              <a:gd name="connsiteY35-1410" fmla="*/ 827983 h 1185358"/>
              <a:gd name="connsiteX36-1411" fmla="*/ 554123 w 1376584"/>
              <a:gd name="connsiteY36-1412" fmla="*/ 845929 h 1185358"/>
              <a:gd name="connsiteX37-1413" fmla="*/ 442564 w 1376584"/>
              <a:gd name="connsiteY37-1414" fmla="*/ 1127906 h 1185358"/>
              <a:gd name="connsiteX38-1415" fmla="*/ 442564 w 1376584"/>
              <a:gd name="connsiteY38-1416" fmla="*/ 1126165 h 1185358"/>
              <a:gd name="connsiteX39-1417" fmla="*/ 433782 w 1376584"/>
              <a:gd name="connsiteY39-1418" fmla="*/ 1185358 h 1185358"/>
              <a:gd name="connsiteX40-1419" fmla="*/ 409926 w 1376584"/>
              <a:gd name="connsiteY40-1420" fmla="*/ 1173146 h 1185358"/>
              <a:gd name="connsiteX41-1421" fmla="*/ 308758 w 1376584"/>
              <a:gd name="connsiteY41-1422" fmla="*/ 1101219 h 1185358"/>
              <a:gd name="connsiteX42-1423" fmla="*/ 306177 w 1376584"/>
              <a:gd name="connsiteY42-1424" fmla="*/ 1098759 h 1185358"/>
              <a:gd name="connsiteX43-1425" fmla="*/ 306601 w 1376584"/>
              <a:gd name="connsiteY43-1426" fmla="*/ 1094345 h 1185358"/>
              <a:gd name="connsiteX44-1427" fmla="*/ 212473 w 1376584"/>
              <a:gd name="connsiteY44-1428" fmla="*/ 985177 h 1185358"/>
              <a:gd name="connsiteX45-1429" fmla="*/ 184408 w 1376584"/>
              <a:gd name="connsiteY45-1430" fmla="*/ 971573 h 1185358"/>
              <a:gd name="connsiteX46-1431" fmla="*/ 142558 w 1376584"/>
              <a:gd name="connsiteY46-1432" fmla="*/ 918310 h 1185358"/>
              <a:gd name="connsiteX47-1433" fmla="*/ 92255 w 1376584"/>
              <a:gd name="connsiteY47-1434" fmla="*/ 830791 h 1185358"/>
              <a:gd name="connsiteX48-1435" fmla="*/ 183494 w 1376584"/>
              <a:gd name="connsiteY48-1436" fmla="*/ 890967 h 1185358"/>
              <a:gd name="connsiteX49-1437" fmla="*/ 317059 w 1376584"/>
              <a:gd name="connsiteY49-1438" fmla="*/ 939922 h 1185358"/>
              <a:gd name="connsiteX50-1439" fmla="*/ 184583 w 1376584"/>
              <a:gd name="connsiteY50-1440" fmla="*/ 428187 h 1185358"/>
              <a:gd name="connsiteX51-1441" fmla="*/ 184583 w 1376584"/>
              <a:gd name="connsiteY51-1442" fmla="*/ 429927 h 1185358"/>
              <a:gd name="connsiteX52-1443" fmla="*/ 3681 w 1376584"/>
              <a:gd name="connsiteY52-1444" fmla="*/ 380483 h 1185358"/>
              <a:gd name="connsiteX53-1445" fmla="*/ 0 w 1376584"/>
              <a:gd name="connsiteY53-1446" fmla="*/ 378767 h 1185358"/>
              <a:gd name="connsiteX54-1447" fmla="*/ 5499 w 1376584"/>
              <a:gd name="connsiteY54-1448" fmla="*/ 306086 h 1185358"/>
              <a:gd name="connsiteX55-1449" fmla="*/ 6479 w 1376584"/>
              <a:gd name="connsiteY55-1450" fmla="*/ 301836 h 1185358"/>
              <a:gd name="connsiteX56-1451" fmla="*/ 21248 w 1376584"/>
              <a:gd name="connsiteY56-1452" fmla="*/ 309554 h 1185358"/>
              <a:gd name="connsiteX57-1453" fmla="*/ 179354 w 1376584"/>
              <a:gd name="connsiteY57-1454" fmla="*/ 417743 h 1185358"/>
              <a:gd name="connsiteX58-1455" fmla="*/ 161923 w 1376584"/>
              <a:gd name="connsiteY58-1456" fmla="*/ 363785 h 1185358"/>
              <a:gd name="connsiteX59-1457" fmla="*/ 76864 w 1376584"/>
              <a:gd name="connsiteY59-1458" fmla="*/ 223531 h 1185358"/>
              <a:gd name="connsiteX60-1459" fmla="*/ 45093 w 1376584"/>
              <a:gd name="connsiteY60-1460" fmla="*/ 153773 h 1185358"/>
              <a:gd name="connsiteX61-1461" fmla="*/ 78906 w 1376584"/>
              <a:gd name="connsiteY61-1462" fmla="*/ 67954 h 1185358"/>
              <a:gd name="connsiteX62-1463" fmla="*/ 102657 w 1376584"/>
              <a:gd name="connsiteY62-1464" fmla="*/ 120101 h 1185358"/>
              <a:gd name="connsiteX63-1465" fmla="*/ 177611 w 1376584"/>
              <a:gd name="connsiteY63-1466" fmla="*/ 358563 h 1185358"/>
              <a:gd name="connsiteX64-1467" fmla="*/ 231647 w 1376584"/>
              <a:gd name="connsiteY64-1468" fmla="*/ 436890 h 1185358"/>
              <a:gd name="connsiteX65-1469" fmla="*/ 224675 w 1376584"/>
              <a:gd name="connsiteY65-1470" fmla="*/ 257608 h 1185358"/>
              <a:gd name="connsiteX66-1471" fmla="*/ 259537 w 1376584"/>
              <a:gd name="connsiteY66-1472" fmla="*/ 0 h 1185358"/>
              <a:gd name="connsiteX0-1473" fmla="*/ 548838 w 1376584"/>
              <a:gd name="connsiteY0-1474" fmla="*/ 773663 h 1185358"/>
              <a:gd name="connsiteX1-1475" fmla="*/ 549308 w 1376584"/>
              <a:gd name="connsiteY1-1476" fmla="*/ 776172 h 1185358"/>
              <a:gd name="connsiteX2-1477" fmla="*/ 549111 w 1376584"/>
              <a:gd name="connsiteY2-1478" fmla="*/ 776736 h 1185358"/>
              <a:gd name="connsiteX3-1479" fmla="*/ 548838 w 1376584"/>
              <a:gd name="connsiteY3-1480" fmla="*/ 773663 h 1185358"/>
              <a:gd name="connsiteX4-1481" fmla="*/ 259537 w 1376584"/>
              <a:gd name="connsiteY4-1482" fmla="*/ 0 h 1185358"/>
              <a:gd name="connsiteX5-1483" fmla="*/ 289170 w 1376584"/>
              <a:gd name="connsiteY5-1484" fmla="*/ 257608 h 1185358"/>
              <a:gd name="connsiteX6-1485" fmla="*/ 266509 w 1376584"/>
              <a:gd name="connsiteY6-1486" fmla="*/ 492589 h 1185358"/>
              <a:gd name="connsiteX7-1487" fmla="*/ 332747 w 1376584"/>
              <a:gd name="connsiteY7-1488" fmla="*/ 610949 h 1185358"/>
              <a:gd name="connsiteX8-1489" fmla="*/ 367610 w 1376584"/>
              <a:gd name="connsiteY8-1490" fmla="*/ 429927 h 1185358"/>
              <a:gd name="connsiteX9-1491" fmla="*/ 433162 w 1376584"/>
              <a:gd name="connsiteY9-1492" fmla="*/ 160054 h 1185358"/>
              <a:gd name="connsiteX10-1493" fmla="*/ 432105 w 1376584"/>
              <a:gd name="connsiteY10-1494" fmla="*/ 445593 h 1185358"/>
              <a:gd name="connsiteX11-1495" fmla="*/ 358894 w 1376584"/>
              <a:gd name="connsiteY11-1496" fmla="*/ 663167 h 1185358"/>
              <a:gd name="connsiteX12-1497" fmla="*/ 446050 w 1376584"/>
              <a:gd name="connsiteY12-1498" fmla="*/ 1009545 h 1185358"/>
              <a:gd name="connsiteX13-1499" fmla="*/ 527976 w 1376584"/>
              <a:gd name="connsiteY13-1500" fmla="*/ 833745 h 1185358"/>
              <a:gd name="connsiteX14-1501" fmla="*/ 524490 w 1376584"/>
              <a:gd name="connsiteY14-1502" fmla="*/ 828523 h 1185358"/>
              <a:gd name="connsiteX15-1503" fmla="*/ 534948 w 1376584"/>
              <a:gd name="connsiteY15-1504" fmla="*/ 816339 h 1185358"/>
              <a:gd name="connsiteX16-1505" fmla="*/ 545843 w 1376584"/>
              <a:gd name="connsiteY16-1506" fmla="*/ 786096 h 1185358"/>
              <a:gd name="connsiteX17-1507" fmla="*/ 549111 w 1376584"/>
              <a:gd name="connsiteY17-1508" fmla="*/ 776736 h 1185358"/>
              <a:gd name="connsiteX18-1509" fmla="*/ 549111 w 1376584"/>
              <a:gd name="connsiteY18-1510" fmla="*/ 776741 h 1185358"/>
              <a:gd name="connsiteX19-1511" fmla="*/ 549674 w 1376584"/>
              <a:gd name="connsiteY19-1512" fmla="*/ 778130 h 1185358"/>
              <a:gd name="connsiteX20-1513" fmla="*/ 550636 w 1376584"/>
              <a:gd name="connsiteY20-1514" fmla="*/ 783268 h 1185358"/>
              <a:gd name="connsiteX21-1515" fmla="*/ 551426 w 1376584"/>
              <a:gd name="connsiteY21-1516" fmla="*/ 782452 h 1185358"/>
              <a:gd name="connsiteX22-1517" fmla="*/ 549674 w 1376584"/>
              <a:gd name="connsiteY22-1518" fmla="*/ 778130 h 1185358"/>
              <a:gd name="connsiteX23-1519" fmla="*/ 549308 w 1376584"/>
              <a:gd name="connsiteY23-1520" fmla="*/ 776172 h 1185358"/>
              <a:gd name="connsiteX24-1521" fmla="*/ 554123 w 1376584"/>
              <a:gd name="connsiteY24-1522" fmla="*/ 762381 h 1185358"/>
              <a:gd name="connsiteX25-1523" fmla="*/ 548430 w 1376584"/>
              <a:gd name="connsiteY25-1524" fmla="*/ 769071 h 1185358"/>
              <a:gd name="connsiteX26-1525" fmla="*/ 548838 w 1376584"/>
              <a:gd name="connsiteY26-1526" fmla="*/ 773663 h 1185358"/>
              <a:gd name="connsiteX27-1527" fmla="*/ 547940 w 1376584"/>
              <a:gd name="connsiteY27-1528" fmla="*/ 768867 h 1185358"/>
              <a:gd name="connsiteX28-1529" fmla="*/ 766437 w 1376584"/>
              <a:gd name="connsiteY28-1530" fmla="*/ 425807 h 1185358"/>
              <a:gd name="connsiteX29-1531" fmla="*/ 975541 w 1376584"/>
              <a:gd name="connsiteY29-1532" fmla="*/ 111878 h 1185358"/>
              <a:gd name="connsiteX30-1533" fmla="*/ 840116 w 1376584"/>
              <a:gd name="connsiteY30-1534" fmla="*/ 488747 h 1185358"/>
              <a:gd name="connsiteX31-1535" fmla="*/ 561095 w 1376584"/>
              <a:gd name="connsiteY31-1536" fmla="*/ 758900 h 1185358"/>
              <a:gd name="connsiteX32-1537" fmla="*/ 559352 w 1376584"/>
              <a:gd name="connsiteY32-1538" fmla="*/ 804155 h 1185358"/>
              <a:gd name="connsiteX33-1539" fmla="*/ 932206 w 1376584"/>
              <a:gd name="connsiteY33-1540" fmla="*/ 720066 h 1185358"/>
              <a:gd name="connsiteX34-1541" fmla="*/ 1376577 w 1376584"/>
              <a:gd name="connsiteY34-1542" fmla="*/ 808257 h 1185358"/>
              <a:gd name="connsiteX35-1543" fmla="*/ 924252 w 1376584"/>
              <a:gd name="connsiteY35-1544" fmla="*/ 827983 h 1185358"/>
              <a:gd name="connsiteX36-1545" fmla="*/ 554123 w 1376584"/>
              <a:gd name="connsiteY36-1546" fmla="*/ 845929 h 1185358"/>
              <a:gd name="connsiteX37-1547" fmla="*/ 442564 w 1376584"/>
              <a:gd name="connsiteY37-1548" fmla="*/ 1127906 h 1185358"/>
              <a:gd name="connsiteX38-1549" fmla="*/ 442564 w 1376584"/>
              <a:gd name="connsiteY38-1550" fmla="*/ 1126165 h 1185358"/>
              <a:gd name="connsiteX39-1551" fmla="*/ 433782 w 1376584"/>
              <a:gd name="connsiteY39-1552" fmla="*/ 1185358 h 1185358"/>
              <a:gd name="connsiteX40-1553" fmla="*/ 409926 w 1376584"/>
              <a:gd name="connsiteY40-1554" fmla="*/ 1173146 h 1185358"/>
              <a:gd name="connsiteX41-1555" fmla="*/ 308758 w 1376584"/>
              <a:gd name="connsiteY41-1556" fmla="*/ 1101219 h 1185358"/>
              <a:gd name="connsiteX42-1557" fmla="*/ 306177 w 1376584"/>
              <a:gd name="connsiteY42-1558" fmla="*/ 1098759 h 1185358"/>
              <a:gd name="connsiteX43-1559" fmla="*/ 306601 w 1376584"/>
              <a:gd name="connsiteY43-1560" fmla="*/ 1094345 h 1185358"/>
              <a:gd name="connsiteX44-1561" fmla="*/ 212473 w 1376584"/>
              <a:gd name="connsiteY44-1562" fmla="*/ 985177 h 1185358"/>
              <a:gd name="connsiteX45-1563" fmla="*/ 184408 w 1376584"/>
              <a:gd name="connsiteY45-1564" fmla="*/ 971573 h 1185358"/>
              <a:gd name="connsiteX46-1565" fmla="*/ 142558 w 1376584"/>
              <a:gd name="connsiteY46-1566" fmla="*/ 918310 h 1185358"/>
              <a:gd name="connsiteX47-1567" fmla="*/ 92255 w 1376584"/>
              <a:gd name="connsiteY47-1568" fmla="*/ 830791 h 1185358"/>
              <a:gd name="connsiteX48-1569" fmla="*/ 183494 w 1376584"/>
              <a:gd name="connsiteY48-1570" fmla="*/ 890967 h 1185358"/>
              <a:gd name="connsiteX49-1571" fmla="*/ 317059 w 1376584"/>
              <a:gd name="connsiteY49-1572" fmla="*/ 939922 h 1185358"/>
              <a:gd name="connsiteX50-1573" fmla="*/ 184583 w 1376584"/>
              <a:gd name="connsiteY50-1574" fmla="*/ 428187 h 1185358"/>
              <a:gd name="connsiteX51-1575" fmla="*/ 184583 w 1376584"/>
              <a:gd name="connsiteY51-1576" fmla="*/ 429927 h 1185358"/>
              <a:gd name="connsiteX52-1577" fmla="*/ 3681 w 1376584"/>
              <a:gd name="connsiteY52-1578" fmla="*/ 380483 h 1185358"/>
              <a:gd name="connsiteX53-1579" fmla="*/ 0 w 1376584"/>
              <a:gd name="connsiteY53-1580" fmla="*/ 378767 h 1185358"/>
              <a:gd name="connsiteX54-1581" fmla="*/ 5499 w 1376584"/>
              <a:gd name="connsiteY54-1582" fmla="*/ 306086 h 1185358"/>
              <a:gd name="connsiteX55-1583" fmla="*/ 6479 w 1376584"/>
              <a:gd name="connsiteY55-1584" fmla="*/ 301836 h 1185358"/>
              <a:gd name="connsiteX56-1585" fmla="*/ 21248 w 1376584"/>
              <a:gd name="connsiteY56-1586" fmla="*/ 309554 h 1185358"/>
              <a:gd name="connsiteX57-1587" fmla="*/ 179354 w 1376584"/>
              <a:gd name="connsiteY57-1588" fmla="*/ 417743 h 1185358"/>
              <a:gd name="connsiteX58-1589" fmla="*/ 161923 w 1376584"/>
              <a:gd name="connsiteY58-1590" fmla="*/ 363785 h 1185358"/>
              <a:gd name="connsiteX59-1591" fmla="*/ 76864 w 1376584"/>
              <a:gd name="connsiteY59-1592" fmla="*/ 223531 h 1185358"/>
              <a:gd name="connsiteX60-1593" fmla="*/ 45093 w 1376584"/>
              <a:gd name="connsiteY60-1594" fmla="*/ 153773 h 1185358"/>
              <a:gd name="connsiteX61-1595" fmla="*/ 78906 w 1376584"/>
              <a:gd name="connsiteY61-1596" fmla="*/ 67954 h 1185358"/>
              <a:gd name="connsiteX62-1597" fmla="*/ 102657 w 1376584"/>
              <a:gd name="connsiteY62-1598" fmla="*/ 120101 h 1185358"/>
              <a:gd name="connsiteX63-1599" fmla="*/ 177611 w 1376584"/>
              <a:gd name="connsiteY63-1600" fmla="*/ 358563 h 1185358"/>
              <a:gd name="connsiteX64-1601" fmla="*/ 231647 w 1376584"/>
              <a:gd name="connsiteY64-1602" fmla="*/ 436890 h 1185358"/>
              <a:gd name="connsiteX65-1603" fmla="*/ 224675 w 1376584"/>
              <a:gd name="connsiteY65-1604" fmla="*/ 257608 h 1185358"/>
              <a:gd name="connsiteX66-1605" fmla="*/ 259537 w 1376584"/>
              <a:gd name="connsiteY66-1606" fmla="*/ 0 h 1185358"/>
              <a:gd name="connsiteX0-1607" fmla="*/ 548838 w 1376584"/>
              <a:gd name="connsiteY0-1608" fmla="*/ 773663 h 1185358"/>
              <a:gd name="connsiteX1-1609" fmla="*/ 549308 w 1376584"/>
              <a:gd name="connsiteY1-1610" fmla="*/ 776172 h 1185358"/>
              <a:gd name="connsiteX2-1611" fmla="*/ 549111 w 1376584"/>
              <a:gd name="connsiteY2-1612" fmla="*/ 776736 h 1185358"/>
              <a:gd name="connsiteX3-1613" fmla="*/ 548838 w 1376584"/>
              <a:gd name="connsiteY3-1614" fmla="*/ 773663 h 1185358"/>
              <a:gd name="connsiteX4-1615" fmla="*/ 259537 w 1376584"/>
              <a:gd name="connsiteY4-1616" fmla="*/ 0 h 1185358"/>
              <a:gd name="connsiteX5-1617" fmla="*/ 289170 w 1376584"/>
              <a:gd name="connsiteY5-1618" fmla="*/ 257608 h 1185358"/>
              <a:gd name="connsiteX6-1619" fmla="*/ 266509 w 1376584"/>
              <a:gd name="connsiteY6-1620" fmla="*/ 492589 h 1185358"/>
              <a:gd name="connsiteX7-1621" fmla="*/ 332747 w 1376584"/>
              <a:gd name="connsiteY7-1622" fmla="*/ 610949 h 1185358"/>
              <a:gd name="connsiteX8-1623" fmla="*/ 367610 w 1376584"/>
              <a:gd name="connsiteY8-1624" fmla="*/ 429927 h 1185358"/>
              <a:gd name="connsiteX9-1625" fmla="*/ 390297 w 1376584"/>
              <a:gd name="connsiteY9-1626" fmla="*/ 152911 h 1185358"/>
              <a:gd name="connsiteX10-1627" fmla="*/ 432105 w 1376584"/>
              <a:gd name="connsiteY10-1628" fmla="*/ 445593 h 1185358"/>
              <a:gd name="connsiteX11-1629" fmla="*/ 358894 w 1376584"/>
              <a:gd name="connsiteY11-1630" fmla="*/ 663167 h 1185358"/>
              <a:gd name="connsiteX12-1631" fmla="*/ 446050 w 1376584"/>
              <a:gd name="connsiteY12-1632" fmla="*/ 1009545 h 1185358"/>
              <a:gd name="connsiteX13-1633" fmla="*/ 527976 w 1376584"/>
              <a:gd name="connsiteY13-1634" fmla="*/ 833745 h 1185358"/>
              <a:gd name="connsiteX14-1635" fmla="*/ 524490 w 1376584"/>
              <a:gd name="connsiteY14-1636" fmla="*/ 828523 h 1185358"/>
              <a:gd name="connsiteX15-1637" fmla="*/ 534948 w 1376584"/>
              <a:gd name="connsiteY15-1638" fmla="*/ 816339 h 1185358"/>
              <a:gd name="connsiteX16-1639" fmla="*/ 545843 w 1376584"/>
              <a:gd name="connsiteY16-1640" fmla="*/ 786096 h 1185358"/>
              <a:gd name="connsiteX17-1641" fmla="*/ 549111 w 1376584"/>
              <a:gd name="connsiteY17-1642" fmla="*/ 776736 h 1185358"/>
              <a:gd name="connsiteX18-1643" fmla="*/ 549111 w 1376584"/>
              <a:gd name="connsiteY18-1644" fmla="*/ 776741 h 1185358"/>
              <a:gd name="connsiteX19-1645" fmla="*/ 549674 w 1376584"/>
              <a:gd name="connsiteY19-1646" fmla="*/ 778130 h 1185358"/>
              <a:gd name="connsiteX20-1647" fmla="*/ 550636 w 1376584"/>
              <a:gd name="connsiteY20-1648" fmla="*/ 783268 h 1185358"/>
              <a:gd name="connsiteX21-1649" fmla="*/ 551426 w 1376584"/>
              <a:gd name="connsiteY21-1650" fmla="*/ 782452 h 1185358"/>
              <a:gd name="connsiteX22-1651" fmla="*/ 549674 w 1376584"/>
              <a:gd name="connsiteY22-1652" fmla="*/ 778130 h 1185358"/>
              <a:gd name="connsiteX23-1653" fmla="*/ 549308 w 1376584"/>
              <a:gd name="connsiteY23-1654" fmla="*/ 776172 h 1185358"/>
              <a:gd name="connsiteX24-1655" fmla="*/ 554123 w 1376584"/>
              <a:gd name="connsiteY24-1656" fmla="*/ 762381 h 1185358"/>
              <a:gd name="connsiteX25-1657" fmla="*/ 548430 w 1376584"/>
              <a:gd name="connsiteY25-1658" fmla="*/ 769071 h 1185358"/>
              <a:gd name="connsiteX26-1659" fmla="*/ 548838 w 1376584"/>
              <a:gd name="connsiteY26-1660" fmla="*/ 773663 h 1185358"/>
              <a:gd name="connsiteX27-1661" fmla="*/ 547940 w 1376584"/>
              <a:gd name="connsiteY27-1662" fmla="*/ 768867 h 1185358"/>
              <a:gd name="connsiteX28-1663" fmla="*/ 766437 w 1376584"/>
              <a:gd name="connsiteY28-1664" fmla="*/ 425807 h 1185358"/>
              <a:gd name="connsiteX29-1665" fmla="*/ 975541 w 1376584"/>
              <a:gd name="connsiteY29-1666" fmla="*/ 111878 h 1185358"/>
              <a:gd name="connsiteX30-1667" fmla="*/ 840116 w 1376584"/>
              <a:gd name="connsiteY30-1668" fmla="*/ 488747 h 1185358"/>
              <a:gd name="connsiteX31-1669" fmla="*/ 561095 w 1376584"/>
              <a:gd name="connsiteY31-1670" fmla="*/ 758900 h 1185358"/>
              <a:gd name="connsiteX32-1671" fmla="*/ 559352 w 1376584"/>
              <a:gd name="connsiteY32-1672" fmla="*/ 804155 h 1185358"/>
              <a:gd name="connsiteX33-1673" fmla="*/ 932206 w 1376584"/>
              <a:gd name="connsiteY33-1674" fmla="*/ 720066 h 1185358"/>
              <a:gd name="connsiteX34-1675" fmla="*/ 1376577 w 1376584"/>
              <a:gd name="connsiteY34-1676" fmla="*/ 808257 h 1185358"/>
              <a:gd name="connsiteX35-1677" fmla="*/ 924252 w 1376584"/>
              <a:gd name="connsiteY35-1678" fmla="*/ 827983 h 1185358"/>
              <a:gd name="connsiteX36-1679" fmla="*/ 554123 w 1376584"/>
              <a:gd name="connsiteY36-1680" fmla="*/ 845929 h 1185358"/>
              <a:gd name="connsiteX37-1681" fmla="*/ 442564 w 1376584"/>
              <a:gd name="connsiteY37-1682" fmla="*/ 1127906 h 1185358"/>
              <a:gd name="connsiteX38-1683" fmla="*/ 442564 w 1376584"/>
              <a:gd name="connsiteY38-1684" fmla="*/ 1126165 h 1185358"/>
              <a:gd name="connsiteX39-1685" fmla="*/ 433782 w 1376584"/>
              <a:gd name="connsiteY39-1686" fmla="*/ 1185358 h 1185358"/>
              <a:gd name="connsiteX40-1687" fmla="*/ 409926 w 1376584"/>
              <a:gd name="connsiteY40-1688" fmla="*/ 1173146 h 1185358"/>
              <a:gd name="connsiteX41-1689" fmla="*/ 308758 w 1376584"/>
              <a:gd name="connsiteY41-1690" fmla="*/ 1101219 h 1185358"/>
              <a:gd name="connsiteX42-1691" fmla="*/ 306177 w 1376584"/>
              <a:gd name="connsiteY42-1692" fmla="*/ 1098759 h 1185358"/>
              <a:gd name="connsiteX43-1693" fmla="*/ 306601 w 1376584"/>
              <a:gd name="connsiteY43-1694" fmla="*/ 1094345 h 1185358"/>
              <a:gd name="connsiteX44-1695" fmla="*/ 212473 w 1376584"/>
              <a:gd name="connsiteY44-1696" fmla="*/ 985177 h 1185358"/>
              <a:gd name="connsiteX45-1697" fmla="*/ 184408 w 1376584"/>
              <a:gd name="connsiteY45-1698" fmla="*/ 971573 h 1185358"/>
              <a:gd name="connsiteX46-1699" fmla="*/ 142558 w 1376584"/>
              <a:gd name="connsiteY46-1700" fmla="*/ 918310 h 1185358"/>
              <a:gd name="connsiteX47-1701" fmla="*/ 92255 w 1376584"/>
              <a:gd name="connsiteY47-1702" fmla="*/ 830791 h 1185358"/>
              <a:gd name="connsiteX48-1703" fmla="*/ 183494 w 1376584"/>
              <a:gd name="connsiteY48-1704" fmla="*/ 890967 h 1185358"/>
              <a:gd name="connsiteX49-1705" fmla="*/ 317059 w 1376584"/>
              <a:gd name="connsiteY49-1706" fmla="*/ 939922 h 1185358"/>
              <a:gd name="connsiteX50-1707" fmla="*/ 184583 w 1376584"/>
              <a:gd name="connsiteY50-1708" fmla="*/ 428187 h 1185358"/>
              <a:gd name="connsiteX51-1709" fmla="*/ 184583 w 1376584"/>
              <a:gd name="connsiteY51-1710" fmla="*/ 429927 h 1185358"/>
              <a:gd name="connsiteX52-1711" fmla="*/ 3681 w 1376584"/>
              <a:gd name="connsiteY52-1712" fmla="*/ 380483 h 1185358"/>
              <a:gd name="connsiteX53-1713" fmla="*/ 0 w 1376584"/>
              <a:gd name="connsiteY53-1714" fmla="*/ 378767 h 1185358"/>
              <a:gd name="connsiteX54-1715" fmla="*/ 5499 w 1376584"/>
              <a:gd name="connsiteY54-1716" fmla="*/ 306086 h 1185358"/>
              <a:gd name="connsiteX55-1717" fmla="*/ 6479 w 1376584"/>
              <a:gd name="connsiteY55-1718" fmla="*/ 301836 h 1185358"/>
              <a:gd name="connsiteX56-1719" fmla="*/ 21248 w 1376584"/>
              <a:gd name="connsiteY56-1720" fmla="*/ 309554 h 1185358"/>
              <a:gd name="connsiteX57-1721" fmla="*/ 179354 w 1376584"/>
              <a:gd name="connsiteY57-1722" fmla="*/ 417743 h 1185358"/>
              <a:gd name="connsiteX58-1723" fmla="*/ 161923 w 1376584"/>
              <a:gd name="connsiteY58-1724" fmla="*/ 363785 h 1185358"/>
              <a:gd name="connsiteX59-1725" fmla="*/ 76864 w 1376584"/>
              <a:gd name="connsiteY59-1726" fmla="*/ 223531 h 1185358"/>
              <a:gd name="connsiteX60-1727" fmla="*/ 45093 w 1376584"/>
              <a:gd name="connsiteY60-1728" fmla="*/ 153773 h 1185358"/>
              <a:gd name="connsiteX61-1729" fmla="*/ 78906 w 1376584"/>
              <a:gd name="connsiteY61-1730" fmla="*/ 67954 h 1185358"/>
              <a:gd name="connsiteX62-1731" fmla="*/ 102657 w 1376584"/>
              <a:gd name="connsiteY62-1732" fmla="*/ 120101 h 1185358"/>
              <a:gd name="connsiteX63-1733" fmla="*/ 177611 w 1376584"/>
              <a:gd name="connsiteY63-1734" fmla="*/ 358563 h 1185358"/>
              <a:gd name="connsiteX64-1735" fmla="*/ 231647 w 1376584"/>
              <a:gd name="connsiteY64-1736" fmla="*/ 436890 h 1185358"/>
              <a:gd name="connsiteX65-1737" fmla="*/ 224675 w 1376584"/>
              <a:gd name="connsiteY65-1738" fmla="*/ 257608 h 1185358"/>
              <a:gd name="connsiteX66-1739" fmla="*/ 259537 w 1376584"/>
              <a:gd name="connsiteY66-1740" fmla="*/ 0 h 1185358"/>
              <a:gd name="connsiteX0-1741" fmla="*/ 548838 w 1376584"/>
              <a:gd name="connsiteY0-1742" fmla="*/ 773663 h 1185358"/>
              <a:gd name="connsiteX1-1743" fmla="*/ 549308 w 1376584"/>
              <a:gd name="connsiteY1-1744" fmla="*/ 776172 h 1185358"/>
              <a:gd name="connsiteX2-1745" fmla="*/ 549111 w 1376584"/>
              <a:gd name="connsiteY2-1746" fmla="*/ 776736 h 1185358"/>
              <a:gd name="connsiteX3-1747" fmla="*/ 548838 w 1376584"/>
              <a:gd name="connsiteY3-1748" fmla="*/ 773663 h 1185358"/>
              <a:gd name="connsiteX4-1749" fmla="*/ 259537 w 1376584"/>
              <a:gd name="connsiteY4-1750" fmla="*/ 0 h 1185358"/>
              <a:gd name="connsiteX5-1751" fmla="*/ 289170 w 1376584"/>
              <a:gd name="connsiteY5-1752" fmla="*/ 257608 h 1185358"/>
              <a:gd name="connsiteX6-1753" fmla="*/ 266509 w 1376584"/>
              <a:gd name="connsiteY6-1754" fmla="*/ 492589 h 1185358"/>
              <a:gd name="connsiteX7-1755" fmla="*/ 332747 w 1376584"/>
              <a:gd name="connsiteY7-1756" fmla="*/ 610949 h 1185358"/>
              <a:gd name="connsiteX8-1757" fmla="*/ 367610 w 1376584"/>
              <a:gd name="connsiteY8-1758" fmla="*/ 429927 h 1185358"/>
              <a:gd name="connsiteX9-1759" fmla="*/ 390297 w 1376584"/>
              <a:gd name="connsiteY9-1760" fmla="*/ 152911 h 1185358"/>
              <a:gd name="connsiteX10-1761" fmla="*/ 432105 w 1376584"/>
              <a:gd name="connsiteY10-1762" fmla="*/ 445593 h 1185358"/>
              <a:gd name="connsiteX11-1763" fmla="*/ 358894 w 1376584"/>
              <a:gd name="connsiteY11-1764" fmla="*/ 663167 h 1185358"/>
              <a:gd name="connsiteX12-1765" fmla="*/ 446050 w 1376584"/>
              <a:gd name="connsiteY12-1766" fmla="*/ 1009545 h 1185358"/>
              <a:gd name="connsiteX13-1767" fmla="*/ 527976 w 1376584"/>
              <a:gd name="connsiteY13-1768" fmla="*/ 833745 h 1185358"/>
              <a:gd name="connsiteX14-1769" fmla="*/ 524490 w 1376584"/>
              <a:gd name="connsiteY14-1770" fmla="*/ 828523 h 1185358"/>
              <a:gd name="connsiteX15-1771" fmla="*/ 534948 w 1376584"/>
              <a:gd name="connsiteY15-1772" fmla="*/ 816339 h 1185358"/>
              <a:gd name="connsiteX16-1773" fmla="*/ 545843 w 1376584"/>
              <a:gd name="connsiteY16-1774" fmla="*/ 786096 h 1185358"/>
              <a:gd name="connsiteX17-1775" fmla="*/ 549111 w 1376584"/>
              <a:gd name="connsiteY17-1776" fmla="*/ 776736 h 1185358"/>
              <a:gd name="connsiteX18-1777" fmla="*/ 549111 w 1376584"/>
              <a:gd name="connsiteY18-1778" fmla="*/ 776741 h 1185358"/>
              <a:gd name="connsiteX19-1779" fmla="*/ 549674 w 1376584"/>
              <a:gd name="connsiteY19-1780" fmla="*/ 778130 h 1185358"/>
              <a:gd name="connsiteX20-1781" fmla="*/ 550636 w 1376584"/>
              <a:gd name="connsiteY20-1782" fmla="*/ 783268 h 1185358"/>
              <a:gd name="connsiteX21-1783" fmla="*/ 551426 w 1376584"/>
              <a:gd name="connsiteY21-1784" fmla="*/ 782452 h 1185358"/>
              <a:gd name="connsiteX22-1785" fmla="*/ 549674 w 1376584"/>
              <a:gd name="connsiteY22-1786" fmla="*/ 778130 h 1185358"/>
              <a:gd name="connsiteX23-1787" fmla="*/ 549308 w 1376584"/>
              <a:gd name="connsiteY23-1788" fmla="*/ 776172 h 1185358"/>
              <a:gd name="connsiteX24-1789" fmla="*/ 554123 w 1376584"/>
              <a:gd name="connsiteY24-1790" fmla="*/ 762381 h 1185358"/>
              <a:gd name="connsiteX25-1791" fmla="*/ 548430 w 1376584"/>
              <a:gd name="connsiteY25-1792" fmla="*/ 769071 h 1185358"/>
              <a:gd name="connsiteX26-1793" fmla="*/ 548838 w 1376584"/>
              <a:gd name="connsiteY26-1794" fmla="*/ 773663 h 1185358"/>
              <a:gd name="connsiteX27-1795" fmla="*/ 547940 w 1376584"/>
              <a:gd name="connsiteY27-1796" fmla="*/ 768867 h 1185358"/>
              <a:gd name="connsiteX28-1797" fmla="*/ 766437 w 1376584"/>
              <a:gd name="connsiteY28-1798" fmla="*/ 425807 h 1185358"/>
              <a:gd name="connsiteX29-1799" fmla="*/ 975541 w 1376584"/>
              <a:gd name="connsiteY29-1800" fmla="*/ 111878 h 1185358"/>
              <a:gd name="connsiteX30-1801" fmla="*/ 840116 w 1376584"/>
              <a:gd name="connsiteY30-1802" fmla="*/ 488747 h 1185358"/>
              <a:gd name="connsiteX31-1803" fmla="*/ 561095 w 1376584"/>
              <a:gd name="connsiteY31-1804" fmla="*/ 758900 h 1185358"/>
              <a:gd name="connsiteX32-1805" fmla="*/ 559352 w 1376584"/>
              <a:gd name="connsiteY32-1806" fmla="*/ 804155 h 1185358"/>
              <a:gd name="connsiteX33-1807" fmla="*/ 932206 w 1376584"/>
              <a:gd name="connsiteY33-1808" fmla="*/ 720066 h 1185358"/>
              <a:gd name="connsiteX34-1809" fmla="*/ 1376577 w 1376584"/>
              <a:gd name="connsiteY34-1810" fmla="*/ 808257 h 1185358"/>
              <a:gd name="connsiteX35-1811" fmla="*/ 924252 w 1376584"/>
              <a:gd name="connsiteY35-1812" fmla="*/ 827983 h 1185358"/>
              <a:gd name="connsiteX36-1813" fmla="*/ 554123 w 1376584"/>
              <a:gd name="connsiteY36-1814" fmla="*/ 845929 h 1185358"/>
              <a:gd name="connsiteX37-1815" fmla="*/ 442564 w 1376584"/>
              <a:gd name="connsiteY37-1816" fmla="*/ 1127906 h 1185358"/>
              <a:gd name="connsiteX38-1817" fmla="*/ 442564 w 1376584"/>
              <a:gd name="connsiteY38-1818" fmla="*/ 1126165 h 1185358"/>
              <a:gd name="connsiteX39-1819" fmla="*/ 433782 w 1376584"/>
              <a:gd name="connsiteY39-1820" fmla="*/ 1185358 h 1185358"/>
              <a:gd name="connsiteX40-1821" fmla="*/ 409926 w 1376584"/>
              <a:gd name="connsiteY40-1822" fmla="*/ 1173146 h 1185358"/>
              <a:gd name="connsiteX41-1823" fmla="*/ 308758 w 1376584"/>
              <a:gd name="connsiteY41-1824" fmla="*/ 1101219 h 1185358"/>
              <a:gd name="connsiteX42-1825" fmla="*/ 306177 w 1376584"/>
              <a:gd name="connsiteY42-1826" fmla="*/ 1098759 h 1185358"/>
              <a:gd name="connsiteX43-1827" fmla="*/ 306601 w 1376584"/>
              <a:gd name="connsiteY43-1828" fmla="*/ 1094345 h 1185358"/>
              <a:gd name="connsiteX44-1829" fmla="*/ 212473 w 1376584"/>
              <a:gd name="connsiteY44-1830" fmla="*/ 985177 h 1185358"/>
              <a:gd name="connsiteX45-1831" fmla="*/ 184408 w 1376584"/>
              <a:gd name="connsiteY45-1832" fmla="*/ 971573 h 1185358"/>
              <a:gd name="connsiteX46-1833" fmla="*/ 142558 w 1376584"/>
              <a:gd name="connsiteY46-1834" fmla="*/ 918310 h 1185358"/>
              <a:gd name="connsiteX47-1835" fmla="*/ 92255 w 1376584"/>
              <a:gd name="connsiteY47-1836" fmla="*/ 830791 h 1185358"/>
              <a:gd name="connsiteX48-1837" fmla="*/ 183494 w 1376584"/>
              <a:gd name="connsiteY48-1838" fmla="*/ 890967 h 1185358"/>
              <a:gd name="connsiteX49-1839" fmla="*/ 317059 w 1376584"/>
              <a:gd name="connsiteY49-1840" fmla="*/ 939922 h 1185358"/>
              <a:gd name="connsiteX50-1841" fmla="*/ 184583 w 1376584"/>
              <a:gd name="connsiteY50-1842" fmla="*/ 428187 h 1185358"/>
              <a:gd name="connsiteX51-1843" fmla="*/ 184583 w 1376584"/>
              <a:gd name="connsiteY51-1844" fmla="*/ 429927 h 1185358"/>
              <a:gd name="connsiteX52-1845" fmla="*/ 3681 w 1376584"/>
              <a:gd name="connsiteY52-1846" fmla="*/ 380483 h 1185358"/>
              <a:gd name="connsiteX53-1847" fmla="*/ 0 w 1376584"/>
              <a:gd name="connsiteY53-1848" fmla="*/ 378767 h 1185358"/>
              <a:gd name="connsiteX54-1849" fmla="*/ 5499 w 1376584"/>
              <a:gd name="connsiteY54-1850" fmla="*/ 306086 h 1185358"/>
              <a:gd name="connsiteX55-1851" fmla="*/ 6479 w 1376584"/>
              <a:gd name="connsiteY55-1852" fmla="*/ 301836 h 1185358"/>
              <a:gd name="connsiteX56-1853" fmla="*/ 21248 w 1376584"/>
              <a:gd name="connsiteY56-1854" fmla="*/ 309554 h 1185358"/>
              <a:gd name="connsiteX57-1855" fmla="*/ 179354 w 1376584"/>
              <a:gd name="connsiteY57-1856" fmla="*/ 417743 h 1185358"/>
              <a:gd name="connsiteX58-1857" fmla="*/ 161923 w 1376584"/>
              <a:gd name="connsiteY58-1858" fmla="*/ 363785 h 1185358"/>
              <a:gd name="connsiteX59-1859" fmla="*/ 76864 w 1376584"/>
              <a:gd name="connsiteY59-1860" fmla="*/ 223531 h 1185358"/>
              <a:gd name="connsiteX60-1861" fmla="*/ 45093 w 1376584"/>
              <a:gd name="connsiteY60-1862" fmla="*/ 153773 h 1185358"/>
              <a:gd name="connsiteX61-1863" fmla="*/ 78906 w 1376584"/>
              <a:gd name="connsiteY61-1864" fmla="*/ 67954 h 1185358"/>
              <a:gd name="connsiteX62-1865" fmla="*/ 102657 w 1376584"/>
              <a:gd name="connsiteY62-1866" fmla="*/ 120101 h 1185358"/>
              <a:gd name="connsiteX63-1867" fmla="*/ 177611 w 1376584"/>
              <a:gd name="connsiteY63-1868" fmla="*/ 358563 h 1185358"/>
              <a:gd name="connsiteX64-1869" fmla="*/ 231647 w 1376584"/>
              <a:gd name="connsiteY64-1870" fmla="*/ 436890 h 1185358"/>
              <a:gd name="connsiteX65-1871" fmla="*/ 224675 w 1376584"/>
              <a:gd name="connsiteY65-1872" fmla="*/ 257608 h 1185358"/>
              <a:gd name="connsiteX66-1873" fmla="*/ 259537 w 1376584"/>
              <a:gd name="connsiteY66-1874" fmla="*/ 0 h 1185358"/>
              <a:gd name="connsiteX0-1875" fmla="*/ 548838 w 1376584"/>
              <a:gd name="connsiteY0-1876" fmla="*/ 773663 h 1185358"/>
              <a:gd name="connsiteX1-1877" fmla="*/ 549308 w 1376584"/>
              <a:gd name="connsiteY1-1878" fmla="*/ 776172 h 1185358"/>
              <a:gd name="connsiteX2-1879" fmla="*/ 549111 w 1376584"/>
              <a:gd name="connsiteY2-1880" fmla="*/ 776736 h 1185358"/>
              <a:gd name="connsiteX3-1881" fmla="*/ 548838 w 1376584"/>
              <a:gd name="connsiteY3-1882" fmla="*/ 773663 h 1185358"/>
              <a:gd name="connsiteX4-1883" fmla="*/ 259537 w 1376584"/>
              <a:gd name="connsiteY4-1884" fmla="*/ 0 h 1185358"/>
              <a:gd name="connsiteX5-1885" fmla="*/ 289170 w 1376584"/>
              <a:gd name="connsiteY5-1886" fmla="*/ 257608 h 1185358"/>
              <a:gd name="connsiteX6-1887" fmla="*/ 266509 w 1376584"/>
              <a:gd name="connsiteY6-1888" fmla="*/ 492589 h 1185358"/>
              <a:gd name="connsiteX7-1889" fmla="*/ 332747 w 1376584"/>
              <a:gd name="connsiteY7-1890" fmla="*/ 610949 h 1185358"/>
              <a:gd name="connsiteX8-1891" fmla="*/ 367610 w 1376584"/>
              <a:gd name="connsiteY8-1892" fmla="*/ 429927 h 1185358"/>
              <a:gd name="connsiteX9-1893" fmla="*/ 390297 w 1376584"/>
              <a:gd name="connsiteY9-1894" fmla="*/ 152911 h 1185358"/>
              <a:gd name="connsiteX10-1895" fmla="*/ 432105 w 1376584"/>
              <a:gd name="connsiteY10-1896" fmla="*/ 445593 h 1185358"/>
              <a:gd name="connsiteX11-1897" fmla="*/ 358894 w 1376584"/>
              <a:gd name="connsiteY11-1898" fmla="*/ 663167 h 1185358"/>
              <a:gd name="connsiteX12-1899" fmla="*/ 446050 w 1376584"/>
              <a:gd name="connsiteY12-1900" fmla="*/ 1009545 h 1185358"/>
              <a:gd name="connsiteX13-1901" fmla="*/ 527976 w 1376584"/>
              <a:gd name="connsiteY13-1902" fmla="*/ 833745 h 1185358"/>
              <a:gd name="connsiteX14-1903" fmla="*/ 524490 w 1376584"/>
              <a:gd name="connsiteY14-1904" fmla="*/ 828523 h 1185358"/>
              <a:gd name="connsiteX15-1905" fmla="*/ 534948 w 1376584"/>
              <a:gd name="connsiteY15-1906" fmla="*/ 816339 h 1185358"/>
              <a:gd name="connsiteX16-1907" fmla="*/ 545843 w 1376584"/>
              <a:gd name="connsiteY16-1908" fmla="*/ 786096 h 1185358"/>
              <a:gd name="connsiteX17-1909" fmla="*/ 549111 w 1376584"/>
              <a:gd name="connsiteY17-1910" fmla="*/ 776736 h 1185358"/>
              <a:gd name="connsiteX18-1911" fmla="*/ 549111 w 1376584"/>
              <a:gd name="connsiteY18-1912" fmla="*/ 776741 h 1185358"/>
              <a:gd name="connsiteX19-1913" fmla="*/ 549674 w 1376584"/>
              <a:gd name="connsiteY19-1914" fmla="*/ 778130 h 1185358"/>
              <a:gd name="connsiteX20-1915" fmla="*/ 550636 w 1376584"/>
              <a:gd name="connsiteY20-1916" fmla="*/ 783268 h 1185358"/>
              <a:gd name="connsiteX21-1917" fmla="*/ 551426 w 1376584"/>
              <a:gd name="connsiteY21-1918" fmla="*/ 782452 h 1185358"/>
              <a:gd name="connsiteX22-1919" fmla="*/ 549674 w 1376584"/>
              <a:gd name="connsiteY22-1920" fmla="*/ 778130 h 1185358"/>
              <a:gd name="connsiteX23-1921" fmla="*/ 549308 w 1376584"/>
              <a:gd name="connsiteY23-1922" fmla="*/ 776172 h 1185358"/>
              <a:gd name="connsiteX24-1923" fmla="*/ 554123 w 1376584"/>
              <a:gd name="connsiteY24-1924" fmla="*/ 762381 h 1185358"/>
              <a:gd name="connsiteX25-1925" fmla="*/ 548430 w 1376584"/>
              <a:gd name="connsiteY25-1926" fmla="*/ 769071 h 1185358"/>
              <a:gd name="connsiteX26-1927" fmla="*/ 548838 w 1376584"/>
              <a:gd name="connsiteY26-1928" fmla="*/ 773663 h 1185358"/>
              <a:gd name="connsiteX27-1929" fmla="*/ 547940 w 1376584"/>
              <a:gd name="connsiteY27-1930" fmla="*/ 768867 h 1185358"/>
              <a:gd name="connsiteX28-1931" fmla="*/ 766437 w 1376584"/>
              <a:gd name="connsiteY28-1932" fmla="*/ 425807 h 1185358"/>
              <a:gd name="connsiteX29-1933" fmla="*/ 975541 w 1376584"/>
              <a:gd name="connsiteY29-1934" fmla="*/ 111878 h 1185358"/>
              <a:gd name="connsiteX30-1935" fmla="*/ 840116 w 1376584"/>
              <a:gd name="connsiteY30-1936" fmla="*/ 488747 h 1185358"/>
              <a:gd name="connsiteX31-1937" fmla="*/ 561095 w 1376584"/>
              <a:gd name="connsiteY31-1938" fmla="*/ 758900 h 1185358"/>
              <a:gd name="connsiteX32-1939" fmla="*/ 559352 w 1376584"/>
              <a:gd name="connsiteY32-1940" fmla="*/ 804155 h 1185358"/>
              <a:gd name="connsiteX33-1941" fmla="*/ 932206 w 1376584"/>
              <a:gd name="connsiteY33-1942" fmla="*/ 720066 h 1185358"/>
              <a:gd name="connsiteX34-1943" fmla="*/ 1376577 w 1376584"/>
              <a:gd name="connsiteY34-1944" fmla="*/ 808257 h 1185358"/>
              <a:gd name="connsiteX35-1945" fmla="*/ 924252 w 1376584"/>
              <a:gd name="connsiteY35-1946" fmla="*/ 827983 h 1185358"/>
              <a:gd name="connsiteX36-1947" fmla="*/ 554123 w 1376584"/>
              <a:gd name="connsiteY36-1948" fmla="*/ 845929 h 1185358"/>
              <a:gd name="connsiteX37-1949" fmla="*/ 442564 w 1376584"/>
              <a:gd name="connsiteY37-1950" fmla="*/ 1127906 h 1185358"/>
              <a:gd name="connsiteX38-1951" fmla="*/ 442564 w 1376584"/>
              <a:gd name="connsiteY38-1952" fmla="*/ 1126165 h 1185358"/>
              <a:gd name="connsiteX39-1953" fmla="*/ 433782 w 1376584"/>
              <a:gd name="connsiteY39-1954" fmla="*/ 1185358 h 1185358"/>
              <a:gd name="connsiteX40-1955" fmla="*/ 409926 w 1376584"/>
              <a:gd name="connsiteY40-1956" fmla="*/ 1173146 h 1185358"/>
              <a:gd name="connsiteX41-1957" fmla="*/ 308758 w 1376584"/>
              <a:gd name="connsiteY41-1958" fmla="*/ 1101219 h 1185358"/>
              <a:gd name="connsiteX42-1959" fmla="*/ 306177 w 1376584"/>
              <a:gd name="connsiteY42-1960" fmla="*/ 1098759 h 1185358"/>
              <a:gd name="connsiteX43-1961" fmla="*/ 306601 w 1376584"/>
              <a:gd name="connsiteY43-1962" fmla="*/ 1094345 h 1185358"/>
              <a:gd name="connsiteX44-1963" fmla="*/ 212473 w 1376584"/>
              <a:gd name="connsiteY44-1964" fmla="*/ 985177 h 1185358"/>
              <a:gd name="connsiteX45-1965" fmla="*/ 184408 w 1376584"/>
              <a:gd name="connsiteY45-1966" fmla="*/ 971573 h 1185358"/>
              <a:gd name="connsiteX46-1967" fmla="*/ 142558 w 1376584"/>
              <a:gd name="connsiteY46-1968" fmla="*/ 918310 h 1185358"/>
              <a:gd name="connsiteX47-1969" fmla="*/ 92255 w 1376584"/>
              <a:gd name="connsiteY47-1970" fmla="*/ 830791 h 1185358"/>
              <a:gd name="connsiteX48-1971" fmla="*/ 183494 w 1376584"/>
              <a:gd name="connsiteY48-1972" fmla="*/ 890967 h 1185358"/>
              <a:gd name="connsiteX49-1973" fmla="*/ 317059 w 1376584"/>
              <a:gd name="connsiteY49-1974" fmla="*/ 939922 h 1185358"/>
              <a:gd name="connsiteX50-1975" fmla="*/ 184583 w 1376584"/>
              <a:gd name="connsiteY50-1976" fmla="*/ 428187 h 1185358"/>
              <a:gd name="connsiteX51-1977" fmla="*/ 184583 w 1376584"/>
              <a:gd name="connsiteY51-1978" fmla="*/ 429927 h 1185358"/>
              <a:gd name="connsiteX52-1979" fmla="*/ 3681 w 1376584"/>
              <a:gd name="connsiteY52-1980" fmla="*/ 380483 h 1185358"/>
              <a:gd name="connsiteX53-1981" fmla="*/ 0 w 1376584"/>
              <a:gd name="connsiteY53-1982" fmla="*/ 378767 h 1185358"/>
              <a:gd name="connsiteX54-1983" fmla="*/ 5499 w 1376584"/>
              <a:gd name="connsiteY54-1984" fmla="*/ 306086 h 1185358"/>
              <a:gd name="connsiteX55-1985" fmla="*/ 6479 w 1376584"/>
              <a:gd name="connsiteY55-1986" fmla="*/ 301836 h 1185358"/>
              <a:gd name="connsiteX56-1987" fmla="*/ 21248 w 1376584"/>
              <a:gd name="connsiteY56-1988" fmla="*/ 309554 h 1185358"/>
              <a:gd name="connsiteX57-1989" fmla="*/ 179354 w 1376584"/>
              <a:gd name="connsiteY57-1990" fmla="*/ 417743 h 1185358"/>
              <a:gd name="connsiteX58-1991" fmla="*/ 161923 w 1376584"/>
              <a:gd name="connsiteY58-1992" fmla="*/ 363785 h 1185358"/>
              <a:gd name="connsiteX59-1993" fmla="*/ 76864 w 1376584"/>
              <a:gd name="connsiteY59-1994" fmla="*/ 223531 h 1185358"/>
              <a:gd name="connsiteX60-1995" fmla="*/ 45093 w 1376584"/>
              <a:gd name="connsiteY60-1996" fmla="*/ 153773 h 1185358"/>
              <a:gd name="connsiteX61-1997" fmla="*/ 78906 w 1376584"/>
              <a:gd name="connsiteY61-1998" fmla="*/ 67954 h 1185358"/>
              <a:gd name="connsiteX62-1999" fmla="*/ 102657 w 1376584"/>
              <a:gd name="connsiteY62-2000" fmla="*/ 120101 h 1185358"/>
              <a:gd name="connsiteX63-2001" fmla="*/ 177611 w 1376584"/>
              <a:gd name="connsiteY63-2002" fmla="*/ 358563 h 1185358"/>
              <a:gd name="connsiteX64-2003" fmla="*/ 231647 w 1376584"/>
              <a:gd name="connsiteY64-2004" fmla="*/ 436890 h 1185358"/>
              <a:gd name="connsiteX65-2005" fmla="*/ 224675 w 1376584"/>
              <a:gd name="connsiteY65-2006" fmla="*/ 257608 h 1185358"/>
              <a:gd name="connsiteX66-2007" fmla="*/ 259537 w 1376584"/>
              <a:gd name="connsiteY66-2008" fmla="*/ 0 h 1185358"/>
              <a:gd name="connsiteX0-2009" fmla="*/ 548838 w 1376584"/>
              <a:gd name="connsiteY0-2010" fmla="*/ 773663 h 1185358"/>
              <a:gd name="connsiteX1-2011" fmla="*/ 549308 w 1376584"/>
              <a:gd name="connsiteY1-2012" fmla="*/ 776172 h 1185358"/>
              <a:gd name="connsiteX2-2013" fmla="*/ 549111 w 1376584"/>
              <a:gd name="connsiteY2-2014" fmla="*/ 776736 h 1185358"/>
              <a:gd name="connsiteX3-2015" fmla="*/ 548838 w 1376584"/>
              <a:gd name="connsiteY3-2016" fmla="*/ 773663 h 1185358"/>
              <a:gd name="connsiteX4-2017" fmla="*/ 259537 w 1376584"/>
              <a:gd name="connsiteY4-2018" fmla="*/ 0 h 1185358"/>
              <a:gd name="connsiteX5-2019" fmla="*/ 289170 w 1376584"/>
              <a:gd name="connsiteY5-2020" fmla="*/ 257608 h 1185358"/>
              <a:gd name="connsiteX6-2021" fmla="*/ 266509 w 1376584"/>
              <a:gd name="connsiteY6-2022" fmla="*/ 492589 h 1185358"/>
              <a:gd name="connsiteX7-2023" fmla="*/ 332747 w 1376584"/>
              <a:gd name="connsiteY7-2024" fmla="*/ 610949 h 1185358"/>
              <a:gd name="connsiteX8-2025" fmla="*/ 377135 w 1376584"/>
              <a:gd name="connsiteY8-2026" fmla="*/ 448974 h 1185358"/>
              <a:gd name="connsiteX9-2027" fmla="*/ 390297 w 1376584"/>
              <a:gd name="connsiteY9-2028" fmla="*/ 152911 h 1185358"/>
              <a:gd name="connsiteX10-2029" fmla="*/ 432105 w 1376584"/>
              <a:gd name="connsiteY10-2030" fmla="*/ 445593 h 1185358"/>
              <a:gd name="connsiteX11-2031" fmla="*/ 358894 w 1376584"/>
              <a:gd name="connsiteY11-2032" fmla="*/ 663167 h 1185358"/>
              <a:gd name="connsiteX12-2033" fmla="*/ 446050 w 1376584"/>
              <a:gd name="connsiteY12-2034" fmla="*/ 1009545 h 1185358"/>
              <a:gd name="connsiteX13-2035" fmla="*/ 527976 w 1376584"/>
              <a:gd name="connsiteY13-2036" fmla="*/ 833745 h 1185358"/>
              <a:gd name="connsiteX14-2037" fmla="*/ 524490 w 1376584"/>
              <a:gd name="connsiteY14-2038" fmla="*/ 828523 h 1185358"/>
              <a:gd name="connsiteX15-2039" fmla="*/ 534948 w 1376584"/>
              <a:gd name="connsiteY15-2040" fmla="*/ 816339 h 1185358"/>
              <a:gd name="connsiteX16-2041" fmla="*/ 545843 w 1376584"/>
              <a:gd name="connsiteY16-2042" fmla="*/ 786096 h 1185358"/>
              <a:gd name="connsiteX17-2043" fmla="*/ 549111 w 1376584"/>
              <a:gd name="connsiteY17-2044" fmla="*/ 776736 h 1185358"/>
              <a:gd name="connsiteX18-2045" fmla="*/ 549111 w 1376584"/>
              <a:gd name="connsiteY18-2046" fmla="*/ 776741 h 1185358"/>
              <a:gd name="connsiteX19-2047" fmla="*/ 549674 w 1376584"/>
              <a:gd name="connsiteY19-2048" fmla="*/ 778130 h 1185358"/>
              <a:gd name="connsiteX20-2049" fmla="*/ 550636 w 1376584"/>
              <a:gd name="connsiteY20-2050" fmla="*/ 783268 h 1185358"/>
              <a:gd name="connsiteX21-2051" fmla="*/ 551426 w 1376584"/>
              <a:gd name="connsiteY21-2052" fmla="*/ 782452 h 1185358"/>
              <a:gd name="connsiteX22-2053" fmla="*/ 549674 w 1376584"/>
              <a:gd name="connsiteY22-2054" fmla="*/ 778130 h 1185358"/>
              <a:gd name="connsiteX23-2055" fmla="*/ 549308 w 1376584"/>
              <a:gd name="connsiteY23-2056" fmla="*/ 776172 h 1185358"/>
              <a:gd name="connsiteX24-2057" fmla="*/ 554123 w 1376584"/>
              <a:gd name="connsiteY24-2058" fmla="*/ 762381 h 1185358"/>
              <a:gd name="connsiteX25-2059" fmla="*/ 548430 w 1376584"/>
              <a:gd name="connsiteY25-2060" fmla="*/ 769071 h 1185358"/>
              <a:gd name="connsiteX26-2061" fmla="*/ 548838 w 1376584"/>
              <a:gd name="connsiteY26-2062" fmla="*/ 773663 h 1185358"/>
              <a:gd name="connsiteX27-2063" fmla="*/ 547940 w 1376584"/>
              <a:gd name="connsiteY27-2064" fmla="*/ 768867 h 1185358"/>
              <a:gd name="connsiteX28-2065" fmla="*/ 766437 w 1376584"/>
              <a:gd name="connsiteY28-2066" fmla="*/ 425807 h 1185358"/>
              <a:gd name="connsiteX29-2067" fmla="*/ 975541 w 1376584"/>
              <a:gd name="connsiteY29-2068" fmla="*/ 111878 h 1185358"/>
              <a:gd name="connsiteX30-2069" fmla="*/ 840116 w 1376584"/>
              <a:gd name="connsiteY30-2070" fmla="*/ 488747 h 1185358"/>
              <a:gd name="connsiteX31-2071" fmla="*/ 561095 w 1376584"/>
              <a:gd name="connsiteY31-2072" fmla="*/ 758900 h 1185358"/>
              <a:gd name="connsiteX32-2073" fmla="*/ 559352 w 1376584"/>
              <a:gd name="connsiteY32-2074" fmla="*/ 804155 h 1185358"/>
              <a:gd name="connsiteX33-2075" fmla="*/ 932206 w 1376584"/>
              <a:gd name="connsiteY33-2076" fmla="*/ 720066 h 1185358"/>
              <a:gd name="connsiteX34-2077" fmla="*/ 1376577 w 1376584"/>
              <a:gd name="connsiteY34-2078" fmla="*/ 808257 h 1185358"/>
              <a:gd name="connsiteX35-2079" fmla="*/ 924252 w 1376584"/>
              <a:gd name="connsiteY35-2080" fmla="*/ 827983 h 1185358"/>
              <a:gd name="connsiteX36-2081" fmla="*/ 554123 w 1376584"/>
              <a:gd name="connsiteY36-2082" fmla="*/ 845929 h 1185358"/>
              <a:gd name="connsiteX37-2083" fmla="*/ 442564 w 1376584"/>
              <a:gd name="connsiteY37-2084" fmla="*/ 1127906 h 1185358"/>
              <a:gd name="connsiteX38-2085" fmla="*/ 442564 w 1376584"/>
              <a:gd name="connsiteY38-2086" fmla="*/ 1126165 h 1185358"/>
              <a:gd name="connsiteX39-2087" fmla="*/ 433782 w 1376584"/>
              <a:gd name="connsiteY39-2088" fmla="*/ 1185358 h 1185358"/>
              <a:gd name="connsiteX40-2089" fmla="*/ 409926 w 1376584"/>
              <a:gd name="connsiteY40-2090" fmla="*/ 1173146 h 1185358"/>
              <a:gd name="connsiteX41-2091" fmla="*/ 308758 w 1376584"/>
              <a:gd name="connsiteY41-2092" fmla="*/ 1101219 h 1185358"/>
              <a:gd name="connsiteX42-2093" fmla="*/ 306177 w 1376584"/>
              <a:gd name="connsiteY42-2094" fmla="*/ 1098759 h 1185358"/>
              <a:gd name="connsiteX43-2095" fmla="*/ 306601 w 1376584"/>
              <a:gd name="connsiteY43-2096" fmla="*/ 1094345 h 1185358"/>
              <a:gd name="connsiteX44-2097" fmla="*/ 212473 w 1376584"/>
              <a:gd name="connsiteY44-2098" fmla="*/ 985177 h 1185358"/>
              <a:gd name="connsiteX45-2099" fmla="*/ 184408 w 1376584"/>
              <a:gd name="connsiteY45-2100" fmla="*/ 971573 h 1185358"/>
              <a:gd name="connsiteX46-2101" fmla="*/ 142558 w 1376584"/>
              <a:gd name="connsiteY46-2102" fmla="*/ 918310 h 1185358"/>
              <a:gd name="connsiteX47-2103" fmla="*/ 92255 w 1376584"/>
              <a:gd name="connsiteY47-2104" fmla="*/ 830791 h 1185358"/>
              <a:gd name="connsiteX48-2105" fmla="*/ 183494 w 1376584"/>
              <a:gd name="connsiteY48-2106" fmla="*/ 890967 h 1185358"/>
              <a:gd name="connsiteX49-2107" fmla="*/ 317059 w 1376584"/>
              <a:gd name="connsiteY49-2108" fmla="*/ 939922 h 1185358"/>
              <a:gd name="connsiteX50-2109" fmla="*/ 184583 w 1376584"/>
              <a:gd name="connsiteY50-2110" fmla="*/ 428187 h 1185358"/>
              <a:gd name="connsiteX51-2111" fmla="*/ 184583 w 1376584"/>
              <a:gd name="connsiteY51-2112" fmla="*/ 429927 h 1185358"/>
              <a:gd name="connsiteX52-2113" fmla="*/ 3681 w 1376584"/>
              <a:gd name="connsiteY52-2114" fmla="*/ 380483 h 1185358"/>
              <a:gd name="connsiteX53-2115" fmla="*/ 0 w 1376584"/>
              <a:gd name="connsiteY53-2116" fmla="*/ 378767 h 1185358"/>
              <a:gd name="connsiteX54-2117" fmla="*/ 5499 w 1376584"/>
              <a:gd name="connsiteY54-2118" fmla="*/ 306086 h 1185358"/>
              <a:gd name="connsiteX55-2119" fmla="*/ 6479 w 1376584"/>
              <a:gd name="connsiteY55-2120" fmla="*/ 301836 h 1185358"/>
              <a:gd name="connsiteX56-2121" fmla="*/ 21248 w 1376584"/>
              <a:gd name="connsiteY56-2122" fmla="*/ 309554 h 1185358"/>
              <a:gd name="connsiteX57-2123" fmla="*/ 179354 w 1376584"/>
              <a:gd name="connsiteY57-2124" fmla="*/ 417743 h 1185358"/>
              <a:gd name="connsiteX58-2125" fmla="*/ 161923 w 1376584"/>
              <a:gd name="connsiteY58-2126" fmla="*/ 363785 h 1185358"/>
              <a:gd name="connsiteX59-2127" fmla="*/ 76864 w 1376584"/>
              <a:gd name="connsiteY59-2128" fmla="*/ 223531 h 1185358"/>
              <a:gd name="connsiteX60-2129" fmla="*/ 45093 w 1376584"/>
              <a:gd name="connsiteY60-2130" fmla="*/ 153773 h 1185358"/>
              <a:gd name="connsiteX61-2131" fmla="*/ 78906 w 1376584"/>
              <a:gd name="connsiteY61-2132" fmla="*/ 67954 h 1185358"/>
              <a:gd name="connsiteX62-2133" fmla="*/ 102657 w 1376584"/>
              <a:gd name="connsiteY62-2134" fmla="*/ 120101 h 1185358"/>
              <a:gd name="connsiteX63-2135" fmla="*/ 177611 w 1376584"/>
              <a:gd name="connsiteY63-2136" fmla="*/ 358563 h 1185358"/>
              <a:gd name="connsiteX64-2137" fmla="*/ 231647 w 1376584"/>
              <a:gd name="connsiteY64-2138" fmla="*/ 436890 h 1185358"/>
              <a:gd name="connsiteX65-2139" fmla="*/ 224675 w 1376584"/>
              <a:gd name="connsiteY65-2140" fmla="*/ 257608 h 1185358"/>
              <a:gd name="connsiteX66-2141" fmla="*/ 259537 w 1376584"/>
              <a:gd name="connsiteY66-2142" fmla="*/ 0 h 1185358"/>
              <a:gd name="connsiteX0-2143" fmla="*/ 548838 w 1376584"/>
              <a:gd name="connsiteY0-2144" fmla="*/ 773663 h 1185358"/>
              <a:gd name="connsiteX1-2145" fmla="*/ 549308 w 1376584"/>
              <a:gd name="connsiteY1-2146" fmla="*/ 776172 h 1185358"/>
              <a:gd name="connsiteX2-2147" fmla="*/ 549111 w 1376584"/>
              <a:gd name="connsiteY2-2148" fmla="*/ 776736 h 1185358"/>
              <a:gd name="connsiteX3-2149" fmla="*/ 548838 w 1376584"/>
              <a:gd name="connsiteY3-2150" fmla="*/ 773663 h 1185358"/>
              <a:gd name="connsiteX4-2151" fmla="*/ 259537 w 1376584"/>
              <a:gd name="connsiteY4-2152" fmla="*/ 0 h 1185358"/>
              <a:gd name="connsiteX5-2153" fmla="*/ 289170 w 1376584"/>
              <a:gd name="connsiteY5-2154" fmla="*/ 257608 h 1185358"/>
              <a:gd name="connsiteX6-2155" fmla="*/ 266509 w 1376584"/>
              <a:gd name="connsiteY6-2156" fmla="*/ 492589 h 1185358"/>
              <a:gd name="connsiteX7-2157" fmla="*/ 344655 w 1376584"/>
              <a:gd name="connsiteY7-2158" fmla="*/ 629996 h 1185358"/>
              <a:gd name="connsiteX8-2159" fmla="*/ 377135 w 1376584"/>
              <a:gd name="connsiteY8-2160" fmla="*/ 448974 h 1185358"/>
              <a:gd name="connsiteX9-2161" fmla="*/ 390297 w 1376584"/>
              <a:gd name="connsiteY9-2162" fmla="*/ 152911 h 1185358"/>
              <a:gd name="connsiteX10-2163" fmla="*/ 432105 w 1376584"/>
              <a:gd name="connsiteY10-2164" fmla="*/ 445593 h 1185358"/>
              <a:gd name="connsiteX11-2165" fmla="*/ 358894 w 1376584"/>
              <a:gd name="connsiteY11-2166" fmla="*/ 663167 h 1185358"/>
              <a:gd name="connsiteX12-2167" fmla="*/ 446050 w 1376584"/>
              <a:gd name="connsiteY12-2168" fmla="*/ 1009545 h 1185358"/>
              <a:gd name="connsiteX13-2169" fmla="*/ 527976 w 1376584"/>
              <a:gd name="connsiteY13-2170" fmla="*/ 833745 h 1185358"/>
              <a:gd name="connsiteX14-2171" fmla="*/ 524490 w 1376584"/>
              <a:gd name="connsiteY14-2172" fmla="*/ 828523 h 1185358"/>
              <a:gd name="connsiteX15-2173" fmla="*/ 534948 w 1376584"/>
              <a:gd name="connsiteY15-2174" fmla="*/ 816339 h 1185358"/>
              <a:gd name="connsiteX16-2175" fmla="*/ 545843 w 1376584"/>
              <a:gd name="connsiteY16-2176" fmla="*/ 786096 h 1185358"/>
              <a:gd name="connsiteX17-2177" fmla="*/ 549111 w 1376584"/>
              <a:gd name="connsiteY17-2178" fmla="*/ 776736 h 1185358"/>
              <a:gd name="connsiteX18-2179" fmla="*/ 549111 w 1376584"/>
              <a:gd name="connsiteY18-2180" fmla="*/ 776741 h 1185358"/>
              <a:gd name="connsiteX19-2181" fmla="*/ 549674 w 1376584"/>
              <a:gd name="connsiteY19-2182" fmla="*/ 778130 h 1185358"/>
              <a:gd name="connsiteX20-2183" fmla="*/ 550636 w 1376584"/>
              <a:gd name="connsiteY20-2184" fmla="*/ 783268 h 1185358"/>
              <a:gd name="connsiteX21-2185" fmla="*/ 551426 w 1376584"/>
              <a:gd name="connsiteY21-2186" fmla="*/ 782452 h 1185358"/>
              <a:gd name="connsiteX22-2187" fmla="*/ 549674 w 1376584"/>
              <a:gd name="connsiteY22-2188" fmla="*/ 778130 h 1185358"/>
              <a:gd name="connsiteX23-2189" fmla="*/ 549308 w 1376584"/>
              <a:gd name="connsiteY23-2190" fmla="*/ 776172 h 1185358"/>
              <a:gd name="connsiteX24-2191" fmla="*/ 554123 w 1376584"/>
              <a:gd name="connsiteY24-2192" fmla="*/ 762381 h 1185358"/>
              <a:gd name="connsiteX25-2193" fmla="*/ 548430 w 1376584"/>
              <a:gd name="connsiteY25-2194" fmla="*/ 769071 h 1185358"/>
              <a:gd name="connsiteX26-2195" fmla="*/ 548838 w 1376584"/>
              <a:gd name="connsiteY26-2196" fmla="*/ 773663 h 1185358"/>
              <a:gd name="connsiteX27-2197" fmla="*/ 547940 w 1376584"/>
              <a:gd name="connsiteY27-2198" fmla="*/ 768867 h 1185358"/>
              <a:gd name="connsiteX28-2199" fmla="*/ 766437 w 1376584"/>
              <a:gd name="connsiteY28-2200" fmla="*/ 425807 h 1185358"/>
              <a:gd name="connsiteX29-2201" fmla="*/ 975541 w 1376584"/>
              <a:gd name="connsiteY29-2202" fmla="*/ 111878 h 1185358"/>
              <a:gd name="connsiteX30-2203" fmla="*/ 840116 w 1376584"/>
              <a:gd name="connsiteY30-2204" fmla="*/ 488747 h 1185358"/>
              <a:gd name="connsiteX31-2205" fmla="*/ 561095 w 1376584"/>
              <a:gd name="connsiteY31-2206" fmla="*/ 758900 h 1185358"/>
              <a:gd name="connsiteX32-2207" fmla="*/ 559352 w 1376584"/>
              <a:gd name="connsiteY32-2208" fmla="*/ 804155 h 1185358"/>
              <a:gd name="connsiteX33-2209" fmla="*/ 932206 w 1376584"/>
              <a:gd name="connsiteY33-2210" fmla="*/ 720066 h 1185358"/>
              <a:gd name="connsiteX34-2211" fmla="*/ 1376577 w 1376584"/>
              <a:gd name="connsiteY34-2212" fmla="*/ 808257 h 1185358"/>
              <a:gd name="connsiteX35-2213" fmla="*/ 924252 w 1376584"/>
              <a:gd name="connsiteY35-2214" fmla="*/ 827983 h 1185358"/>
              <a:gd name="connsiteX36-2215" fmla="*/ 554123 w 1376584"/>
              <a:gd name="connsiteY36-2216" fmla="*/ 845929 h 1185358"/>
              <a:gd name="connsiteX37-2217" fmla="*/ 442564 w 1376584"/>
              <a:gd name="connsiteY37-2218" fmla="*/ 1127906 h 1185358"/>
              <a:gd name="connsiteX38-2219" fmla="*/ 442564 w 1376584"/>
              <a:gd name="connsiteY38-2220" fmla="*/ 1126165 h 1185358"/>
              <a:gd name="connsiteX39-2221" fmla="*/ 433782 w 1376584"/>
              <a:gd name="connsiteY39-2222" fmla="*/ 1185358 h 1185358"/>
              <a:gd name="connsiteX40-2223" fmla="*/ 409926 w 1376584"/>
              <a:gd name="connsiteY40-2224" fmla="*/ 1173146 h 1185358"/>
              <a:gd name="connsiteX41-2225" fmla="*/ 308758 w 1376584"/>
              <a:gd name="connsiteY41-2226" fmla="*/ 1101219 h 1185358"/>
              <a:gd name="connsiteX42-2227" fmla="*/ 306177 w 1376584"/>
              <a:gd name="connsiteY42-2228" fmla="*/ 1098759 h 1185358"/>
              <a:gd name="connsiteX43-2229" fmla="*/ 306601 w 1376584"/>
              <a:gd name="connsiteY43-2230" fmla="*/ 1094345 h 1185358"/>
              <a:gd name="connsiteX44-2231" fmla="*/ 212473 w 1376584"/>
              <a:gd name="connsiteY44-2232" fmla="*/ 985177 h 1185358"/>
              <a:gd name="connsiteX45-2233" fmla="*/ 184408 w 1376584"/>
              <a:gd name="connsiteY45-2234" fmla="*/ 971573 h 1185358"/>
              <a:gd name="connsiteX46-2235" fmla="*/ 142558 w 1376584"/>
              <a:gd name="connsiteY46-2236" fmla="*/ 918310 h 1185358"/>
              <a:gd name="connsiteX47-2237" fmla="*/ 92255 w 1376584"/>
              <a:gd name="connsiteY47-2238" fmla="*/ 830791 h 1185358"/>
              <a:gd name="connsiteX48-2239" fmla="*/ 183494 w 1376584"/>
              <a:gd name="connsiteY48-2240" fmla="*/ 890967 h 1185358"/>
              <a:gd name="connsiteX49-2241" fmla="*/ 317059 w 1376584"/>
              <a:gd name="connsiteY49-2242" fmla="*/ 939922 h 1185358"/>
              <a:gd name="connsiteX50-2243" fmla="*/ 184583 w 1376584"/>
              <a:gd name="connsiteY50-2244" fmla="*/ 428187 h 1185358"/>
              <a:gd name="connsiteX51-2245" fmla="*/ 184583 w 1376584"/>
              <a:gd name="connsiteY51-2246" fmla="*/ 429927 h 1185358"/>
              <a:gd name="connsiteX52-2247" fmla="*/ 3681 w 1376584"/>
              <a:gd name="connsiteY52-2248" fmla="*/ 380483 h 1185358"/>
              <a:gd name="connsiteX53-2249" fmla="*/ 0 w 1376584"/>
              <a:gd name="connsiteY53-2250" fmla="*/ 378767 h 1185358"/>
              <a:gd name="connsiteX54-2251" fmla="*/ 5499 w 1376584"/>
              <a:gd name="connsiteY54-2252" fmla="*/ 306086 h 1185358"/>
              <a:gd name="connsiteX55-2253" fmla="*/ 6479 w 1376584"/>
              <a:gd name="connsiteY55-2254" fmla="*/ 301836 h 1185358"/>
              <a:gd name="connsiteX56-2255" fmla="*/ 21248 w 1376584"/>
              <a:gd name="connsiteY56-2256" fmla="*/ 309554 h 1185358"/>
              <a:gd name="connsiteX57-2257" fmla="*/ 179354 w 1376584"/>
              <a:gd name="connsiteY57-2258" fmla="*/ 417743 h 1185358"/>
              <a:gd name="connsiteX58-2259" fmla="*/ 161923 w 1376584"/>
              <a:gd name="connsiteY58-2260" fmla="*/ 363785 h 1185358"/>
              <a:gd name="connsiteX59-2261" fmla="*/ 76864 w 1376584"/>
              <a:gd name="connsiteY59-2262" fmla="*/ 223531 h 1185358"/>
              <a:gd name="connsiteX60-2263" fmla="*/ 45093 w 1376584"/>
              <a:gd name="connsiteY60-2264" fmla="*/ 153773 h 1185358"/>
              <a:gd name="connsiteX61-2265" fmla="*/ 78906 w 1376584"/>
              <a:gd name="connsiteY61-2266" fmla="*/ 67954 h 1185358"/>
              <a:gd name="connsiteX62-2267" fmla="*/ 102657 w 1376584"/>
              <a:gd name="connsiteY62-2268" fmla="*/ 120101 h 1185358"/>
              <a:gd name="connsiteX63-2269" fmla="*/ 177611 w 1376584"/>
              <a:gd name="connsiteY63-2270" fmla="*/ 358563 h 1185358"/>
              <a:gd name="connsiteX64-2271" fmla="*/ 231647 w 1376584"/>
              <a:gd name="connsiteY64-2272" fmla="*/ 436890 h 1185358"/>
              <a:gd name="connsiteX65-2273" fmla="*/ 224675 w 1376584"/>
              <a:gd name="connsiteY65-2274" fmla="*/ 257608 h 1185358"/>
              <a:gd name="connsiteX66-2275" fmla="*/ 259537 w 1376584"/>
              <a:gd name="connsiteY66-2276" fmla="*/ 0 h 11853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265" y="connsiteY66-266"/>
              </a:cxn>
            </a:cxnLst>
            <a:rect l="l" t="t" r="r" b="b"/>
            <a:pathLst>
              <a:path w="1376584" h="1185358">
                <a:moveTo>
                  <a:pt x="548838" y="773663"/>
                </a:moveTo>
                <a:lnTo>
                  <a:pt x="549308" y="776172"/>
                </a:lnTo>
                <a:cubicBezTo>
                  <a:pt x="549242" y="776360"/>
                  <a:pt x="549177" y="776548"/>
                  <a:pt x="549111" y="776736"/>
                </a:cubicBezTo>
                <a:lnTo>
                  <a:pt x="548838" y="773663"/>
                </a:lnTo>
                <a:close/>
                <a:moveTo>
                  <a:pt x="259537" y="0"/>
                </a:moveTo>
                <a:cubicBezTo>
                  <a:pt x="278711" y="0"/>
                  <a:pt x="290913" y="114879"/>
                  <a:pt x="289170" y="257608"/>
                </a:cubicBezTo>
                <a:cubicBezTo>
                  <a:pt x="289170" y="363785"/>
                  <a:pt x="278711" y="452555"/>
                  <a:pt x="266509" y="492589"/>
                </a:cubicBezTo>
                <a:cubicBezTo>
                  <a:pt x="292656" y="532622"/>
                  <a:pt x="325481" y="591703"/>
                  <a:pt x="344655" y="629996"/>
                </a:cubicBezTo>
                <a:cubicBezTo>
                  <a:pt x="349885" y="583000"/>
                  <a:pt x="369528" y="528488"/>
                  <a:pt x="377135" y="448974"/>
                </a:cubicBezTo>
                <a:cubicBezTo>
                  <a:pt x="384742" y="369460"/>
                  <a:pt x="372866" y="149430"/>
                  <a:pt x="390297" y="152911"/>
                </a:cubicBezTo>
                <a:cubicBezTo>
                  <a:pt x="407728" y="158133"/>
                  <a:pt x="437339" y="360550"/>
                  <a:pt x="432105" y="445593"/>
                </a:cubicBezTo>
                <a:cubicBezTo>
                  <a:pt x="426871" y="530636"/>
                  <a:pt x="379812" y="624874"/>
                  <a:pt x="358894" y="663167"/>
                </a:cubicBezTo>
                <a:cubicBezTo>
                  <a:pt x="411188" y="779787"/>
                  <a:pt x="442564" y="891185"/>
                  <a:pt x="446050" y="1009545"/>
                </a:cubicBezTo>
                <a:cubicBezTo>
                  <a:pt x="479169" y="957328"/>
                  <a:pt x="508802" y="889444"/>
                  <a:pt x="527976" y="833745"/>
                </a:cubicBezTo>
                <a:cubicBezTo>
                  <a:pt x="526233" y="832005"/>
                  <a:pt x="524490" y="832005"/>
                  <a:pt x="524490" y="828523"/>
                </a:cubicBezTo>
                <a:cubicBezTo>
                  <a:pt x="524490" y="825042"/>
                  <a:pt x="527976" y="821561"/>
                  <a:pt x="534948" y="816339"/>
                </a:cubicBezTo>
                <a:cubicBezTo>
                  <a:pt x="539306" y="805025"/>
                  <a:pt x="542792" y="795017"/>
                  <a:pt x="545843" y="786096"/>
                </a:cubicBezTo>
                <a:lnTo>
                  <a:pt x="549111" y="776736"/>
                </a:lnTo>
                <a:lnTo>
                  <a:pt x="549111" y="776741"/>
                </a:lnTo>
                <a:lnTo>
                  <a:pt x="549674" y="778130"/>
                </a:lnTo>
                <a:lnTo>
                  <a:pt x="550636" y="783268"/>
                </a:lnTo>
                <a:cubicBezTo>
                  <a:pt x="551944" y="784138"/>
                  <a:pt x="551944" y="783703"/>
                  <a:pt x="551426" y="782452"/>
                </a:cubicBezTo>
                <a:lnTo>
                  <a:pt x="549674" y="778130"/>
                </a:lnTo>
                <a:lnTo>
                  <a:pt x="549308" y="776172"/>
                </a:lnTo>
                <a:lnTo>
                  <a:pt x="554123" y="762381"/>
                </a:lnTo>
                <a:cubicBezTo>
                  <a:pt x="550636" y="764121"/>
                  <a:pt x="549002" y="766515"/>
                  <a:pt x="548430" y="769071"/>
                </a:cubicBezTo>
                <a:lnTo>
                  <a:pt x="548838" y="773663"/>
                </a:lnTo>
                <a:lnTo>
                  <a:pt x="547940" y="768867"/>
                </a:lnTo>
                <a:cubicBezTo>
                  <a:pt x="553469" y="720607"/>
                  <a:pt x="695170" y="535305"/>
                  <a:pt x="766437" y="425807"/>
                </a:cubicBezTo>
                <a:cubicBezTo>
                  <a:pt x="837704" y="316309"/>
                  <a:pt x="954624" y="92731"/>
                  <a:pt x="975541" y="111878"/>
                </a:cubicBezTo>
                <a:cubicBezTo>
                  <a:pt x="996458" y="132765"/>
                  <a:pt x="909190" y="380910"/>
                  <a:pt x="840116" y="488747"/>
                </a:cubicBezTo>
                <a:cubicBezTo>
                  <a:pt x="771042" y="596584"/>
                  <a:pt x="618618" y="729310"/>
                  <a:pt x="561095" y="758900"/>
                </a:cubicBezTo>
                <a:cubicBezTo>
                  <a:pt x="561095" y="774565"/>
                  <a:pt x="561095" y="790230"/>
                  <a:pt x="559352" y="804155"/>
                </a:cubicBezTo>
                <a:cubicBezTo>
                  <a:pt x="623847" y="781527"/>
                  <a:pt x="796002" y="719382"/>
                  <a:pt x="932206" y="720066"/>
                </a:cubicBezTo>
                <a:cubicBezTo>
                  <a:pt x="1068410" y="720750"/>
                  <a:pt x="1374834" y="780408"/>
                  <a:pt x="1376577" y="808257"/>
                </a:cubicBezTo>
                <a:cubicBezTo>
                  <a:pt x="1378320" y="837847"/>
                  <a:pt x="1061328" y="821704"/>
                  <a:pt x="924252" y="827983"/>
                </a:cubicBezTo>
                <a:cubicBezTo>
                  <a:pt x="787176" y="834262"/>
                  <a:pt x="616875" y="861595"/>
                  <a:pt x="554123" y="845929"/>
                </a:cubicBezTo>
                <a:cubicBezTo>
                  <a:pt x="527976" y="990399"/>
                  <a:pt x="442564" y="1127906"/>
                  <a:pt x="442564" y="1127906"/>
                </a:cubicBezTo>
                <a:lnTo>
                  <a:pt x="442564" y="1126165"/>
                </a:lnTo>
                <a:lnTo>
                  <a:pt x="433782" y="1185358"/>
                </a:lnTo>
                <a:lnTo>
                  <a:pt x="409926" y="1173146"/>
                </a:lnTo>
                <a:cubicBezTo>
                  <a:pt x="374439" y="1151583"/>
                  <a:pt x="340635" y="1127527"/>
                  <a:pt x="308758" y="1101219"/>
                </a:cubicBezTo>
                <a:lnTo>
                  <a:pt x="306177" y="1098759"/>
                </a:lnTo>
                <a:cubicBezTo>
                  <a:pt x="306318" y="1097288"/>
                  <a:pt x="306460" y="1095816"/>
                  <a:pt x="306601" y="1094345"/>
                </a:cubicBezTo>
                <a:cubicBezTo>
                  <a:pt x="303659" y="1045228"/>
                  <a:pt x="275225" y="1011286"/>
                  <a:pt x="212473" y="985177"/>
                </a:cubicBezTo>
                <a:lnTo>
                  <a:pt x="184408" y="971573"/>
                </a:lnTo>
                <a:lnTo>
                  <a:pt x="142558" y="918310"/>
                </a:lnTo>
                <a:lnTo>
                  <a:pt x="92255" y="830791"/>
                </a:lnTo>
                <a:lnTo>
                  <a:pt x="183494" y="890967"/>
                </a:lnTo>
                <a:cubicBezTo>
                  <a:pt x="258665" y="937746"/>
                  <a:pt x="315316" y="965160"/>
                  <a:pt x="317059" y="939922"/>
                </a:cubicBezTo>
                <a:cubicBezTo>
                  <a:pt x="317059" y="778046"/>
                  <a:pt x="243849" y="595284"/>
                  <a:pt x="184583" y="428187"/>
                </a:cubicBezTo>
                <a:lnTo>
                  <a:pt x="184583" y="429927"/>
                </a:lnTo>
                <a:cubicBezTo>
                  <a:pt x="176739" y="444287"/>
                  <a:pt x="103202" y="423400"/>
                  <a:pt x="3681" y="380483"/>
                </a:cubicBezTo>
                <a:lnTo>
                  <a:pt x="0" y="378767"/>
                </a:lnTo>
                <a:lnTo>
                  <a:pt x="5499" y="306086"/>
                </a:lnTo>
                <a:lnTo>
                  <a:pt x="6479" y="301836"/>
                </a:lnTo>
                <a:lnTo>
                  <a:pt x="21248" y="309554"/>
                </a:lnTo>
                <a:cubicBezTo>
                  <a:pt x="103855" y="355408"/>
                  <a:pt x="163666" y="396856"/>
                  <a:pt x="179354" y="417743"/>
                </a:cubicBezTo>
                <a:cubicBezTo>
                  <a:pt x="174124" y="400337"/>
                  <a:pt x="167152" y="382931"/>
                  <a:pt x="161923" y="363785"/>
                </a:cubicBezTo>
                <a:cubicBezTo>
                  <a:pt x="143620" y="348119"/>
                  <a:pt x="111590" y="295249"/>
                  <a:pt x="76864" y="223531"/>
                </a:cubicBezTo>
                <a:lnTo>
                  <a:pt x="45093" y="153773"/>
                </a:lnTo>
                <a:lnTo>
                  <a:pt x="78906" y="67954"/>
                </a:lnTo>
                <a:lnTo>
                  <a:pt x="102657" y="120101"/>
                </a:lnTo>
                <a:cubicBezTo>
                  <a:pt x="149721" y="229759"/>
                  <a:pt x="179354" y="325491"/>
                  <a:pt x="177611" y="358563"/>
                </a:cubicBezTo>
                <a:cubicBezTo>
                  <a:pt x="195042" y="384672"/>
                  <a:pt x="214216" y="410781"/>
                  <a:pt x="231647" y="436890"/>
                </a:cubicBezTo>
                <a:cubicBezTo>
                  <a:pt x="226418" y="391634"/>
                  <a:pt x="222932" y="327232"/>
                  <a:pt x="224675" y="257608"/>
                </a:cubicBezTo>
                <a:cubicBezTo>
                  <a:pt x="224675" y="114879"/>
                  <a:pt x="242106" y="0"/>
                  <a:pt x="259537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29" name="直接连接符 28"/>
          <p:cNvCxnSpPr/>
          <p:nvPr userDrawn="1">
            <p:custDataLst>
              <p:tags r:id="rId12"/>
            </p:custDataLst>
          </p:nvPr>
        </p:nvCxnSpPr>
        <p:spPr>
          <a:xfrm>
            <a:off x="717619" y="0"/>
            <a:ext cx="0" cy="6858000"/>
          </a:xfrm>
          <a:prstGeom prst="line">
            <a:avLst/>
          </a:prstGeom>
          <a:ln w="25400">
            <a:solidFill>
              <a:srgbClr val="F4ED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直接连接符 29"/>
          <p:cNvCxnSpPr/>
          <p:nvPr userDrawn="1">
            <p:custDataLst>
              <p:tags r:id="rId13"/>
            </p:custDataLst>
          </p:nvPr>
        </p:nvCxnSpPr>
        <p:spPr>
          <a:xfrm>
            <a:off x="0" y="1581909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直接连接符 30"/>
          <p:cNvCxnSpPr/>
          <p:nvPr userDrawn="1">
            <p:custDataLst>
              <p:tags r:id="rId14"/>
            </p:custDataLst>
          </p:nvPr>
        </p:nvCxnSpPr>
        <p:spPr>
          <a:xfrm>
            <a:off x="0" y="3690613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直接连接符 31"/>
          <p:cNvCxnSpPr/>
          <p:nvPr userDrawn="1">
            <p:custDataLst>
              <p:tags r:id="rId15"/>
            </p:custDataLst>
          </p:nvPr>
        </p:nvCxnSpPr>
        <p:spPr>
          <a:xfrm>
            <a:off x="0" y="5799317"/>
            <a:ext cx="717619" cy="0"/>
          </a:xfrm>
          <a:prstGeom prst="line">
            <a:avLst/>
          </a:prstGeom>
          <a:ln w="25400">
            <a:solidFill>
              <a:srgbClr val="F4EDE8"/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Subtitle 10"/>
          <p:cNvSpPr>
            <a:spLocks noGrp="1"/>
          </p:cNvSpPr>
          <p:nvPr>
            <p:ph type="body" idx="17826305" hasCustomPrompt="1"/>
            <p:custDataLst>
              <p:tags r:id="rId16"/>
            </p:custDataLst>
          </p:nvPr>
        </p:nvSpPr>
        <p:spPr>
          <a:xfrm>
            <a:off x="5726642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2" name="标题 1"/>
          <p:cNvSpPr>
            <a:spLocks noGrp="1"/>
          </p:cNvSpPr>
          <p:nvPr>
            <p:ph type="ctrTitle" idx="17826049" hasCustomPrompt="1"/>
            <p:custDataLst>
              <p:tags r:id="rId17"/>
            </p:custDataLst>
          </p:nvPr>
        </p:nvSpPr>
        <p:spPr>
          <a:xfrm>
            <a:off x="5724878" y="3175000"/>
            <a:ext cx="5451122" cy="1016000"/>
          </a:xfrm>
          <a:ln w="25400">
            <a:noFill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1" i="0" u="none" strike="noStrike" kern="1200" cap="none" spc="0" normalizeH="0" baseline="0" noProof="1" dirty="0">
                <a:ln>
                  <a:noFill/>
                </a:ln>
                <a:solidFill>
                  <a:srgbClr val="FFFFFF"/>
                </a:solidFill>
                <a:latin typeface="+mj-ea"/>
                <a:ea typeface="+mj-ea"/>
                <a:cs typeface="+mj-cs"/>
              </a:defRPr>
            </a:lvl1pPr>
          </a:lstStyle>
          <a:p>
            <a:pPr lvl="0"/>
            <a:r>
              <a:rPr dirty="0">
                <a:sym typeface="+mn-ea"/>
              </a:rPr>
              <a:t>谢谢观看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5" Type="http://schemas.openxmlformats.org/officeDocument/2006/relationships/theme" Target="../theme/theme2.xml"/><Relationship Id="rId44" Type="http://schemas.openxmlformats.org/officeDocument/2006/relationships/tags" Target="../tags/tag353.xml"/><Relationship Id="rId43" Type="http://schemas.openxmlformats.org/officeDocument/2006/relationships/tags" Target="../tags/tag352.xml"/><Relationship Id="rId42" Type="http://schemas.openxmlformats.org/officeDocument/2006/relationships/tags" Target="../tags/tag351.xml"/><Relationship Id="rId41" Type="http://schemas.openxmlformats.org/officeDocument/2006/relationships/tags" Target="../tags/tag350.xml"/><Relationship Id="rId40" Type="http://schemas.openxmlformats.org/officeDocument/2006/relationships/tags" Target="../tags/tag349.xml"/><Relationship Id="rId4" Type="http://schemas.openxmlformats.org/officeDocument/2006/relationships/slideLayout" Target="../slideLayouts/slideLayout14.xml"/><Relationship Id="rId39" Type="http://schemas.openxmlformats.org/officeDocument/2006/relationships/tags" Target="../tags/tag348.xml"/><Relationship Id="rId38" Type="http://schemas.openxmlformats.org/officeDocument/2006/relationships/tags" Target="../tags/tag347.xml"/><Relationship Id="rId37" Type="http://schemas.openxmlformats.org/officeDocument/2006/relationships/tags" Target="../tags/tag346.xml"/><Relationship Id="rId36" Type="http://schemas.openxmlformats.org/officeDocument/2006/relationships/tags" Target="../tags/tag345.xml"/><Relationship Id="rId35" Type="http://schemas.openxmlformats.org/officeDocument/2006/relationships/tags" Target="../tags/tag344.xml"/><Relationship Id="rId34" Type="http://schemas.openxmlformats.org/officeDocument/2006/relationships/tags" Target="../tags/tag343.xml"/><Relationship Id="rId33" Type="http://schemas.openxmlformats.org/officeDocument/2006/relationships/tags" Target="../tags/tag342.xml"/><Relationship Id="rId32" Type="http://schemas.openxmlformats.org/officeDocument/2006/relationships/tags" Target="../tags/tag341.xml"/><Relationship Id="rId31" Type="http://schemas.openxmlformats.org/officeDocument/2006/relationships/tags" Target="../tags/tag340.xml"/><Relationship Id="rId30" Type="http://schemas.openxmlformats.org/officeDocument/2006/relationships/tags" Target="../tags/tag339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>
            <p:custDataLst>
              <p:tags r:id="rId30"/>
            </p:custDataLst>
          </p:nvPr>
        </p:nvCxnSpPr>
        <p:spPr>
          <a:xfrm>
            <a:off x="284480" y="0"/>
            <a:ext cx="0" cy="6858000"/>
          </a:xfrm>
          <a:prstGeom prst="line">
            <a:avLst/>
          </a:prstGeom>
          <a:ln w="254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12"/>
          <p:cNvCxnSpPr/>
          <p:nvPr userDrawn="1">
            <p:custDataLst>
              <p:tags r:id="rId31"/>
            </p:custDataLst>
          </p:nvPr>
        </p:nvCxnSpPr>
        <p:spPr>
          <a:xfrm>
            <a:off x="0" y="1581785"/>
            <a:ext cx="281940" cy="0"/>
          </a:xfrm>
          <a:prstGeom prst="line">
            <a:avLst/>
          </a:prstGeom>
          <a:ln w="25400">
            <a:solidFill>
              <a:schemeClr val="bg2">
                <a:lumMod val="90000"/>
              </a:schemeClr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接连接符 13"/>
          <p:cNvCxnSpPr/>
          <p:nvPr userDrawn="1">
            <p:custDataLst>
              <p:tags r:id="rId32"/>
            </p:custDataLst>
          </p:nvPr>
        </p:nvCxnSpPr>
        <p:spPr>
          <a:xfrm>
            <a:off x="0" y="3690620"/>
            <a:ext cx="288290" cy="0"/>
          </a:xfrm>
          <a:prstGeom prst="line">
            <a:avLst/>
          </a:prstGeom>
          <a:ln w="25400">
            <a:solidFill>
              <a:schemeClr val="bg2">
                <a:lumMod val="90000"/>
              </a:schemeClr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直接连接符 14"/>
          <p:cNvCxnSpPr/>
          <p:nvPr userDrawn="1">
            <p:custDataLst>
              <p:tags r:id="rId33"/>
            </p:custDataLst>
          </p:nvPr>
        </p:nvCxnSpPr>
        <p:spPr>
          <a:xfrm>
            <a:off x="0" y="5799455"/>
            <a:ext cx="281940" cy="0"/>
          </a:xfrm>
          <a:prstGeom prst="line">
            <a:avLst/>
          </a:prstGeom>
          <a:ln w="25400">
            <a:solidFill>
              <a:schemeClr val="bg2">
                <a:lumMod val="90000"/>
              </a:schemeClr>
            </a:solidFill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任意多边形: 形状 36"/>
          <p:cNvSpPr/>
          <p:nvPr userDrawn="1">
            <p:custDataLst>
              <p:tags r:id="rId39"/>
            </p:custDataLst>
          </p:nvPr>
        </p:nvSpPr>
        <p:spPr>
          <a:xfrm>
            <a:off x="4689475" y="2014220"/>
            <a:ext cx="2813050" cy="2831465"/>
          </a:xfrm>
          <a:custGeom>
            <a:avLst/>
            <a:gdLst>
              <a:gd name="connsiteX0" fmla="*/ 2214375 w 4462562"/>
              <a:gd name="connsiteY0" fmla="*/ 0 h 4491272"/>
              <a:gd name="connsiteX1" fmla="*/ 3472290 w 4462562"/>
              <a:gd name="connsiteY1" fmla="*/ 833802 h 4491272"/>
              <a:gd name="connsiteX2" fmla="*/ 3516123 w 4462562"/>
              <a:gd name="connsiteY2" fmla="*/ 953561 h 4491272"/>
              <a:gd name="connsiteX3" fmla="*/ 3628760 w 4462562"/>
              <a:gd name="connsiteY3" fmla="*/ 994787 h 4491272"/>
              <a:gd name="connsiteX4" fmla="*/ 4462562 w 4462562"/>
              <a:gd name="connsiteY4" fmla="*/ 2252702 h 4491272"/>
              <a:gd name="connsiteX5" fmla="*/ 3628761 w 4462562"/>
              <a:gd name="connsiteY5" fmla="*/ 3510617 h 4491272"/>
              <a:gd name="connsiteX6" fmla="*/ 3510150 w 4462562"/>
              <a:gd name="connsiteY6" fmla="*/ 3554029 h 4491272"/>
              <a:gd name="connsiteX7" fmla="*/ 3472290 w 4462562"/>
              <a:gd name="connsiteY7" fmla="*/ 3657470 h 4491272"/>
              <a:gd name="connsiteX8" fmla="*/ 2214375 w 4462562"/>
              <a:gd name="connsiteY8" fmla="*/ 4491272 h 4491272"/>
              <a:gd name="connsiteX9" fmla="*/ 956460 w 4462562"/>
              <a:gd name="connsiteY9" fmla="*/ 3657470 h 4491272"/>
              <a:gd name="connsiteX10" fmla="*/ 913370 w 4462562"/>
              <a:gd name="connsiteY10" fmla="*/ 3539739 h 4491272"/>
              <a:gd name="connsiteX11" fmla="*/ 833802 w 4462562"/>
              <a:gd name="connsiteY11" fmla="*/ 3510617 h 4491272"/>
              <a:gd name="connsiteX12" fmla="*/ 0 w 4462562"/>
              <a:gd name="connsiteY12" fmla="*/ 2252702 h 4491272"/>
              <a:gd name="connsiteX13" fmla="*/ 833802 w 4462562"/>
              <a:gd name="connsiteY13" fmla="*/ 994787 h 4491272"/>
              <a:gd name="connsiteX14" fmla="*/ 908434 w 4462562"/>
              <a:gd name="connsiteY14" fmla="*/ 967472 h 4491272"/>
              <a:gd name="connsiteX15" fmla="*/ 910553 w 4462562"/>
              <a:gd name="connsiteY15" fmla="*/ 959231 h 4491272"/>
              <a:gd name="connsiteX16" fmla="*/ 2214375 w 4462562"/>
              <a:gd name="connsiteY16" fmla="*/ 0 h 44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2562" h="4491272">
                <a:moveTo>
                  <a:pt x="2214375" y="0"/>
                </a:moveTo>
                <a:cubicBezTo>
                  <a:pt x="2779860" y="0"/>
                  <a:pt x="3265042" y="343811"/>
                  <a:pt x="3472290" y="833802"/>
                </a:cubicBezTo>
                <a:lnTo>
                  <a:pt x="3516123" y="953561"/>
                </a:lnTo>
                <a:lnTo>
                  <a:pt x="3628760" y="994787"/>
                </a:lnTo>
                <a:cubicBezTo>
                  <a:pt x="4118751" y="1202036"/>
                  <a:pt x="4462562" y="1687218"/>
                  <a:pt x="4462562" y="2252702"/>
                </a:cubicBezTo>
                <a:cubicBezTo>
                  <a:pt x="4462562" y="2818186"/>
                  <a:pt x="4118751" y="3303369"/>
                  <a:pt x="3628761" y="3510617"/>
                </a:cubicBezTo>
                <a:lnTo>
                  <a:pt x="3510150" y="3554029"/>
                </a:lnTo>
                <a:lnTo>
                  <a:pt x="3472290" y="3657470"/>
                </a:lnTo>
                <a:cubicBezTo>
                  <a:pt x="3265042" y="4147461"/>
                  <a:pt x="2779860" y="4491272"/>
                  <a:pt x="2214375" y="4491272"/>
                </a:cubicBezTo>
                <a:cubicBezTo>
                  <a:pt x="1648891" y="4491272"/>
                  <a:pt x="1163709" y="4147461"/>
                  <a:pt x="956460" y="3657470"/>
                </a:cubicBezTo>
                <a:lnTo>
                  <a:pt x="913370" y="3539739"/>
                </a:lnTo>
                <a:lnTo>
                  <a:pt x="833802" y="3510617"/>
                </a:lnTo>
                <a:cubicBezTo>
                  <a:pt x="343811" y="3303369"/>
                  <a:pt x="0" y="2818186"/>
                  <a:pt x="0" y="2252702"/>
                </a:cubicBezTo>
                <a:cubicBezTo>
                  <a:pt x="0" y="1687218"/>
                  <a:pt x="343811" y="1202036"/>
                  <a:pt x="833802" y="994787"/>
                </a:cubicBezTo>
                <a:lnTo>
                  <a:pt x="908434" y="967472"/>
                </a:lnTo>
                <a:lnTo>
                  <a:pt x="910553" y="959231"/>
                </a:lnTo>
                <a:cubicBezTo>
                  <a:pt x="1083403" y="403501"/>
                  <a:pt x="1601767" y="0"/>
                  <a:pt x="2214375" y="0"/>
                </a:cubicBezTo>
                <a:close/>
              </a:path>
            </a:pathLst>
          </a:custGeom>
          <a:solidFill>
            <a:schemeClr val="accent3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37"/>
          <p:cNvSpPr/>
          <p:nvPr userDrawn="1">
            <p:custDataLst>
              <p:tags r:id="rId40"/>
            </p:custDataLst>
          </p:nvPr>
        </p:nvSpPr>
        <p:spPr>
          <a:xfrm>
            <a:off x="4623435" y="1946910"/>
            <a:ext cx="2945765" cy="2964815"/>
          </a:xfrm>
          <a:custGeom>
            <a:avLst/>
            <a:gdLst>
              <a:gd name="connsiteX0" fmla="*/ 2214375 w 4462562"/>
              <a:gd name="connsiteY0" fmla="*/ 0 h 4491272"/>
              <a:gd name="connsiteX1" fmla="*/ 3472290 w 4462562"/>
              <a:gd name="connsiteY1" fmla="*/ 833802 h 4491272"/>
              <a:gd name="connsiteX2" fmla="*/ 3516123 w 4462562"/>
              <a:gd name="connsiteY2" fmla="*/ 953561 h 4491272"/>
              <a:gd name="connsiteX3" fmla="*/ 3628760 w 4462562"/>
              <a:gd name="connsiteY3" fmla="*/ 994787 h 4491272"/>
              <a:gd name="connsiteX4" fmla="*/ 4462562 w 4462562"/>
              <a:gd name="connsiteY4" fmla="*/ 2252702 h 4491272"/>
              <a:gd name="connsiteX5" fmla="*/ 3628761 w 4462562"/>
              <a:gd name="connsiteY5" fmla="*/ 3510617 h 4491272"/>
              <a:gd name="connsiteX6" fmla="*/ 3510150 w 4462562"/>
              <a:gd name="connsiteY6" fmla="*/ 3554029 h 4491272"/>
              <a:gd name="connsiteX7" fmla="*/ 3472290 w 4462562"/>
              <a:gd name="connsiteY7" fmla="*/ 3657470 h 4491272"/>
              <a:gd name="connsiteX8" fmla="*/ 2214375 w 4462562"/>
              <a:gd name="connsiteY8" fmla="*/ 4491272 h 4491272"/>
              <a:gd name="connsiteX9" fmla="*/ 956460 w 4462562"/>
              <a:gd name="connsiteY9" fmla="*/ 3657470 h 4491272"/>
              <a:gd name="connsiteX10" fmla="*/ 913370 w 4462562"/>
              <a:gd name="connsiteY10" fmla="*/ 3539739 h 4491272"/>
              <a:gd name="connsiteX11" fmla="*/ 833802 w 4462562"/>
              <a:gd name="connsiteY11" fmla="*/ 3510617 h 4491272"/>
              <a:gd name="connsiteX12" fmla="*/ 0 w 4462562"/>
              <a:gd name="connsiteY12" fmla="*/ 2252702 h 4491272"/>
              <a:gd name="connsiteX13" fmla="*/ 833802 w 4462562"/>
              <a:gd name="connsiteY13" fmla="*/ 994787 h 4491272"/>
              <a:gd name="connsiteX14" fmla="*/ 908434 w 4462562"/>
              <a:gd name="connsiteY14" fmla="*/ 967472 h 4491272"/>
              <a:gd name="connsiteX15" fmla="*/ 910553 w 4462562"/>
              <a:gd name="connsiteY15" fmla="*/ 959231 h 4491272"/>
              <a:gd name="connsiteX16" fmla="*/ 2214375 w 4462562"/>
              <a:gd name="connsiteY16" fmla="*/ 0 h 44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2562" h="4491272">
                <a:moveTo>
                  <a:pt x="2214375" y="0"/>
                </a:moveTo>
                <a:cubicBezTo>
                  <a:pt x="2779860" y="0"/>
                  <a:pt x="3265042" y="343811"/>
                  <a:pt x="3472290" y="833802"/>
                </a:cubicBezTo>
                <a:lnTo>
                  <a:pt x="3516123" y="953561"/>
                </a:lnTo>
                <a:lnTo>
                  <a:pt x="3628760" y="994787"/>
                </a:lnTo>
                <a:cubicBezTo>
                  <a:pt x="4118751" y="1202036"/>
                  <a:pt x="4462562" y="1687218"/>
                  <a:pt x="4462562" y="2252702"/>
                </a:cubicBezTo>
                <a:cubicBezTo>
                  <a:pt x="4462562" y="2818186"/>
                  <a:pt x="4118751" y="3303369"/>
                  <a:pt x="3628761" y="3510617"/>
                </a:cubicBezTo>
                <a:lnTo>
                  <a:pt x="3510150" y="3554029"/>
                </a:lnTo>
                <a:lnTo>
                  <a:pt x="3472290" y="3657470"/>
                </a:lnTo>
                <a:cubicBezTo>
                  <a:pt x="3265042" y="4147461"/>
                  <a:pt x="2779860" y="4491272"/>
                  <a:pt x="2214375" y="4491272"/>
                </a:cubicBezTo>
                <a:cubicBezTo>
                  <a:pt x="1648891" y="4491272"/>
                  <a:pt x="1163709" y="4147461"/>
                  <a:pt x="956460" y="3657470"/>
                </a:cubicBezTo>
                <a:lnTo>
                  <a:pt x="913370" y="3539739"/>
                </a:lnTo>
                <a:lnTo>
                  <a:pt x="833802" y="3510617"/>
                </a:lnTo>
                <a:cubicBezTo>
                  <a:pt x="343811" y="3303369"/>
                  <a:pt x="0" y="2818186"/>
                  <a:pt x="0" y="2252702"/>
                </a:cubicBezTo>
                <a:cubicBezTo>
                  <a:pt x="0" y="1687218"/>
                  <a:pt x="343811" y="1202036"/>
                  <a:pt x="833802" y="994787"/>
                </a:cubicBezTo>
                <a:lnTo>
                  <a:pt x="908434" y="967472"/>
                </a:lnTo>
                <a:lnTo>
                  <a:pt x="910553" y="959231"/>
                </a:lnTo>
                <a:cubicBezTo>
                  <a:pt x="1083403" y="403501"/>
                  <a:pt x="1601767" y="0"/>
                  <a:pt x="2214375" y="0"/>
                </a:cubicBezTo>
                <a:close/>
              </a:path>
            </a:pathLst>
          </a:custGeom>
          <a:noFill/>
          <a:ln w="31750">
            <a:solidFill>
              <a:schemeClr val="accent3">
                <a:alpha val="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38"/>
          <p:cNvSpPr/>
          <p:nvPr userDrawn="1">
            <p:custDataLst>
              <p:tags r:id="rId41"/>
            </p:custDataLst>
          </p:nvPr>
        </p:nvSpPr>
        <p:spPr>
          <a:xfrm rot="14289111" flipV="1">
            <a:off x="6097388" y="2834181"/>
            <a:ext cx="950621" cy="1830070"/>
          </a:xfrm>
          <a:custGeom>
            <a:avLst/>
            <a:gdLst>
              <a:gd name="connsiteX0" fmla="*/ 399 w 1497"/>
              <a:gd name="connsiteY0" fmla="*/ 2181 h 2882"/>
              <a:gd name="connsiteX1" fmla="*/ 412 w 1497"/>
              <a:gd name="connsiteY1" fmla="*/ 2182 h 2882"/>
              <a:gd name="connsiteX2" fmla="*/ 441 w 1497"/>
              <a:gd name="connsiteY2" fmla="*/ 1928 h 2882"/>
              <a:gd name="connsiteX3" fmla="*/ 277 w 1497"/>
              <a:gd name="connsiteY3" fmla="*/ 976 h 2882"/>
              <a:gd name="connsiteX4" fmla="*/ 193 w 1497"/>
              <a:gd name="connsiteY4" fmla="*/ 909 h 2882"/>
              <a:gd name="connsiteX5" fmla="*/ 12 w 1497"/>
              <a:gd name="connsiteY5" fmla="*/ 750 h 2882"/>
              <a:gd name="connsiteX6" fmla="*/ 11 w 1497"/>
              <a:gd name="connsiteY6" fmla="*/ 748 h 2882"/>
              <a:gd name="connsiteX7" fmla="*/ 12 w 1497"/>
              <a:gd name="connsiteY7" fmla="*/ 745 h 2882"/>
              <a:gd name="connsiteX8" fmla="*/ 13 w 1497"/>
              <a:gd name="connsiteY8" fmla="*/ 745 h 2882"/>
              <a:gd name="connsiteX9" fmla="*/ 13 w 1497"/>
              <a:gd name="connsiteY9" fmla="*/ 744 h 2882"/>
              <a:gd name="connsiteX10" fmla="*/ 13 w 1497"/>
              <a:gd name="connsiteY10" fmla="*/ 744 h 2882"/>
              <a:gd name="connsiteX11" fmla="*/ 14 w 1497"/>
              <a:gd name="connsiteY11" fmla="*/ 744 h 2882"/>
              <a:gd name="connsiteX12" fmla="*/ 14 w 1497"/>
              <a:gd name="connsiteY12" fmla="*/ 744 h 2882"/>
              <a:gd name="connsiteX13" fmla="*/ 15 w 1497"/>
              <a:gd name="connsiteY13" fmla="*/ 744 h 2882"/>
              <a:gd name="connsiteX14" fmla="*/ 29 w 1497"/>
              <a:gd name="connsiteY14" fmla="*/ 747 h 2882"/>
              <a:gd name="connsiteX15" fmla="*/ 70 w 1497"/>
              <a:gd name="connsiteY15" fmla="*/ 758 h 2882"/>
              <a:gd name="connsiteX16" fmla="*/ 70 w 1497"/>
              <a:gd name="connsiteY16" fmla="*/ 758 h 2882"/>
              <a:gd name="connsiteX17" fmla="*/ 21 w 1497"/>
              <a:gd name="connsiteY17" fmla="*/ 722 h 2882"/>
              <a:gd name="connsiteX18" fmla="*/ 15 w 1497"/>
              <a:gd name="connsiteY18" fmla="*/ 712 h 2882"/>
              <a:gd name="connsiteX19" fmla="*/ 15 w 1497"/>
              <a:gd name="connsiteY19" fmla="*/ 710 h 2882"/>
              <a:gd name="connsiteX20" fmla="*/ 15 w 1497"/>
              <a:gd name="connsiteY20" fmla="*/ 709 h 2882"/>
              <a:gd name="connsiteX21" fmla="*/ 15 w 1497"/>
              <a:gd name="connsiteY21" fmla="*/ 708 h 2882"/>
              <a:gd name="connsiteX22" fmla="*/ 16 w 1497"/>
              <a:gd name="connsiteY22" fmla="*/ 707 h 2882"/>
              <a:gd name="connsiteX23" fmla="*/ 17 w 1497"/>
              <a:gd name="connsiteY23" fmla="*/ 705 h 2882"/>
              <a:gd name="connsiteX24" fmla="*/ 18 w 1497"/>
              <a:gd name="connsiteY24" fmla="*/ 704 h 2882"/>
              <a:gd name="connsiteX25" fmla="*/ 19 w 1497"/>
              <a:gd name="connsiteY25" fmla="*/ 703 h 2882"/>
              <a:gd name="connsiteX26" fmla="*/ 21 w 1497"/>
              <a:gd name="connsiteY26" fmla="*/ 702 h 2882"/>
              <a:gd name="connsiteX27" fmla="*/ 23 w 1497"/>
              <a:gd name="connsiteY27" fmla="*/ 702 h 2882"/>
              <a:gd name="connsiteX28" fmla="*/ 25 w 1497"/>
              <a:gd name="connsiteY28" fmla="*/ 701 h 2882"/>
              <a:gd name="connsiteX29" fmla="*/ 29 w 1497"/>
              <a:gd name="connsiteY29" fmla="*/ 701 h 2882"/>
              <a:gd name="connsiteX30" fmla="*/ 32 w 1497"/>
              <a:gd name="connsiteY30" fmla="*/ 700 h 2882"/>
              <a:gd name="connsiteX31" fmla="*/ 35 w 1497"/>
              <a:gd name="connsiteY31" fmla="*/ 700 h 2882"/>
              <a:gd name="connsiteX32" fmla="*/ 243 w 1497"/>
              <a:gd name="connsiteY32" fmla="*/ 779 h 2882"/>
              <a:gd name="connsiteX33" fmla="*/ 142 w 1497"/>
              <a:gd name="connsiteY33" fmla="*/ 153 h 2882"/>
              <a:gd name="connsiteX34" fmla="*/ 301 w 1497"/>
              <a:gd name="connsiteY34" fmla="*/ 0 h 2882"/>
              <a:gd name="connsiteX35" fmla="*/ 406 w 1497"/>
              <a:gd name="connsiteY35" fmla="*/ 797 h 2882"/>
              <a:gd name="connsiteX36" fmla="*/ 407 w 1497"/>
              <a:gd name="connsiteY36" fmla="*/ 797 h 2882"/>
              <a:gd name="connsiteX37" fmla="*/ 408 w 1497"/>
              <a:gd name="connsiteY37" fmla="*/ 797 h 2882"/>
              <a:gd name="connsiteX38" fmla="*/ 409 w 1497"/>
              <a:gd name="connsiteY38" fmla="*/ 797 h 2882"/>
              <a:gd name="connsiteX39" fmla="*/ 450 w 1497"/>
              <a:gd name="connsiteY39" fmla="*/ 826 h 2882"/>
              <a:gd name="connsiteX40" fmla="*/ 488 w 1497"/>
              <a:gd name="connsiteY40" fmla="*/ 855 h 2882"/>
              <a:gd name="connsiteX41" fmla="*/ 494 w 1497"/>
              <a:gd name="connsiteY41" fmla="*/ 858 h 2882"/>
              <a:gd name="connsiteX42" fmla="*/ 500 w 1497"/>
              <a:gd name="connsiteY42" fmla="*/ 860 h 2882"/>
              <a:gd name="connsiteX43" fmla="*/ 501 w 1497"/>
              <a:gd name="connsiteY43" fmla="*/ 861 h 2882"/>
              <a:gd name="connsiteX44" fmla="*/ 598 w 1497"/>
              <a:gd name="connsiteY44" fmla="*/ 897 h 2882"/>
              <a:gd name="connsiteX45" fmla="*/ 757 w 1497"/>
              <a:gd name="connsiteY45" fmla="*/ 937 h 2882"/>
              <a:gd name="connsiteX46" fmla="*/ 759 w 1497"/>
              <a:gd name="connsiteY46" fmla="*/ 937 h 2882"/>
              <a:gd name="connsiteX47" fmla="*/ 802 w 1497"/>
              <a:gd name="connsiteY47" fmla="*/ 950 h 2882"/>
              <a:gd name="connsiteX48" fmla="*/ 978 w 1497"/>
              <a:gd name="connsiteY48" fmla="*/ 1009 h 2882"/>
              <a:gd name="connsiteX49" fmla="*/ 982 w 1497"/>
              <a:gd name="connsiteY49" fmla="*/ 1010 h 2882"/>
              <a:gd name="connsiteX50" fmla="*/ 985 w 1497"/>
              <a:gd name="connsiteY50" fmla="*/ 1011 h 2882"/>
              <a:gd name="connsiteX51" fmla="*/ 988 w 1497"/>
              <a:gd name="connsiteY51" fmla="*/ 1012 h 2882"/>
              <a:gd name="connsiteX52" fmla="*/ 992 w 1497"/>
              <a:gd name="connsiteY52" fmla="*/ 1014 h 2882"/>
              <a:gd name="connsiteX53" fmla="*/ 1161 w 1497"/>
              <a:gd name="connsiteY53" fmla="*/ 1069 h 2882"/>
              <a:gd name="connsiteX54" fmla="*/ 1222 w 1497"/>
              <a:gd name="connsiteY54" fmla="*/ 1073 h 2882"/>
              <a:gd name="connsiteX55" fmla="*/ 1497 w 1497"/>
              <a:gd name="connsiteY55" fmla="*/ 1270 h 2882"/>
              <a:gd name="connsiteX56" fmla="*/ 1447 w 1497"/>
              <a:gd name="connsiteY56" fmla="*/ 1408 h 2882"/>
              <a:gd name="connsiteX57" fmla="*/ 1408 w 1497"/>
              <a:gd name="connsiteY57" fmla="*/ 1490 h 2882"/>
              <a:gd name="connsiteX58" fmla="*/ 1408 w 1497"/>
              <a:gd name="connsiteY58" fmla="*/ 1492 h 2882"/>
              <a:gd name="connsiteX59" fmla="*/ 1408 w 1497"/>
              <a:gd name="connsiteY59" fmla="*/ 1494 h 2882"/>
              <a:gd name="connsiteX60" fmla="*/ 1408 w 1497"/>
              <a:gd name="connsiteY60" fmla="*/ 1495 h 2882"/>
              <a:gd name="connsiteX61" fmla="*/ 1407 w 1497"/>
              <a:gd name="connsiteY61" fmla="*/ 1496 h 2882"/>
              <a:gd name="connsiteX62" fmla="*/ 1407 w 1497"/>
              <a:gd name="connsiteY62" fmla="*/ 1497 h 2882"/>
              <a:gd name="connsiteX63" fmla="*/ 1406 w 1497"/>
              <a:gd name="connsiteY63" fmla="*/ 1498 h 2882"/>
              <a:gd name="connsiteX64" fmla="*/ 1405 w 1497"/>
              <a:gd name="connsiteY64" fmla="*/ 1498 h 2882"/>
              <a:gd name="connsiteX65" fmla="*/ 1403 w 1497"/>
              <a:gd name="connsiteY65" fmla="*/ 1499 h 2882"/>
              <a:gd name="connsiteX66" fmla="*/ 1402 w 1497"/>
              <a:gd name="connsiteY66" fmla="*/ 1498 h 2882"/>
              <a:gd name="connsiteX67" fmla="*/ 1400 w 1497"/>
              <a:gd name="connsiteY67" fmla="*/ 1497 h 2882"/>
              <a:gd name="connsiteX68" fmla="*/ 1368 w 1497"/>
              <a:gd name="connsiteY68" fmla="*/ 1466 h 2882"/>
              <a:gd name="connsiteX69" fmla="*/ 1338 w 1497"/>
              <a:gd name="connsiteY69" fmla="*/ 1437 h 2882"/>
              <a:gd name="connsiteX70" fmla="*/ 1293 w 1497"/>
              <a:gd name="connsiteY70" fmla="*/ 1444 h 2882"/>
              <a:gd name="connsiteX71" fmla="*/ 1252 w 1497"/>
              <a:gd name="connsiteY71" fmla="*/ 1441 h 2882"/>
              <a:gd name="connsiteX72" fmla="*/ 1229 w 1497"/>
              <a:gd name="connsiteY72" fmla="*/ 1439 h 2882"/>
              <a:gd name="connsiteX73" fmla="*/ 1210 w 1497"/>
              <a:gd name="connsiteY73" fmla="*/ 1446 h 2882"/>
              <a:gd name="connsiteX74" fmla="*/ 935 w 1497"/>
              <a:gd name="connsiteY74" fmla="*/ 1552 h 2882"/>
              <a:gd name="connsiteX75" fmla="*/ 463 w 1497"/>
              <a:gd name="connsiteY75" fmla="*/ 1220 h 2882"/>
              <a:gd name="connsiteX76" fmla="*/ 558 w 1497"/>
              <a:gd name="connsiteY76" fmla="*/ 2116 h 2882"/>
              <a:gd name="connsiteX77" fmla="*/ 885 w 1497"/>
              <a:gd name="connsiteY77" fmla="*/ 2882 h 2882"/>
              <a:gd name="connsiteX78" fmla="*/ 514 w 1497"/>
              <a:gd name="connsiteY78" fmla="*/ 2255 h 2882"/>
              <a:gd name="connsiteX79" fmla="*/ 460 w 1497"/>
              <a:gd name="connsiteY79" fmla="*/ 2320 h 2882"/>
              <a:gd name="connsiteX80" fmla="*/ 459 w 1497"/>
              <a:gd name="connsiteY80" fmla="*/ 2323 h 2882"/>
              <a:gd name="connsiteX81" fmla="*/ 77 w 1497"/>
              <a:gd name="connsiteY81" fmla="*/ 2649 h 2882"/>
              <a:gd name="connsiteX82" fmla="*/ 0 w 1497"/>
              <a:gd name="connsiteY82" fmla="*/ 2572 h 2882"/>
              <a:gd name="connsiteX83" fmla="*/ 389 w 1497"/>
              <a:gd name="connsiteY83" fmla="*/ 2181 h 2882"/>
              <a:gd name="connsiteX84" fmla="*/ 393 w 1497"/>
              <a:gd name="connsiteY84" fmla="*/ 2181 h 2882"/>
              <a:gd name="connsiteX85" fmla="*/ 396 w 1497"/>
              <a:gd name="connsiteY85" fmla="*/ 2181 h 2882"/>
              <a:gd name="connsiteX86" fmla="*/ 399 w 1497"/>
              <a:gd name="connsiteY86" fmla="*/ 2181 h 2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497" h="2882">
                <a:moveTo>
                  <a:pt x="399" y="2181"/>
                </a:moveTo>
                <a:cubicBezTo>
                  <a:pt x="404" y="2181"/>
                  <a:pt x="410" y="2182"/>
                  <a:pt x="412" y="2182"/>
                </a:cubicBezTo>
                <a:lnTo>
                  <a:pt x="441" y="1928"/>
                </a:lnTo>
                <a:lnTo>
                  <a:pt x="277" y="976"/>
                </a:lnTo>
                <a:cubicBezTo>
                  <a:pt x="254" y="957"/>
                  <a:pt x="215" y="926"/>
                  <a:pt x="193" y="909"/>
                </a:cubicBezTo>
                <a:cubicBezTo>
                  <a:pt x="129" y="860"/>
                  <a:pt x="56" y="801"/>
                  <a:pt x="12" y="750"/>
                </a:cubicBezTo>
                <a:lnTo>
                  <a:pt x="11" y="748"/>
                </a:lnTo>
                <a:lnTo>
                  <a:pt x="12" y="745"/>
                </a:lnTo>
                <a:lnTo>
                  <a:pt x="13" y="745"/>
                </a:lnTo>
                <a:lnTo>
                  <a:pt x="13" y="744"/>
                </a:lnTo>
                <a:lnTo>
                  <a:pt x="13" y="744"/>
                </a:lnTo>
                <a:lnTo>
                  <a:pt x="14" y="744"/>
                </a:lnTo>
                <a:lnTo>
                  <a:pt x="14" y="744"/>
                </a:lnTo>
                <a:lnTo>
                  <a:pt x="15" y="744"/>
                </a:lnTo>
                <a:cubicBezTo>
                  <a:pt x="15" y="743"/>
                  <a:pt x="27" y="747"/>
                  <a:pt x="29" y="747"/>
                </a:cubicBezTo>
                <a:cubicBezTo>
                  <a:pt x="39" y="751"/>
                  <a:pt x="63" y="758"/>
                  <a:pt x="70" y="758"/>
                </a:cubicBezTo>
                <a:lnTo>
                  <a:pt x="70" y="758"/>
                </a:lnTo>
                <a:cubicBezTo>
                  <a:pt x="68" y="754"/>
                  <a:pt x="52" y="741"/>
                  <a:pt x="21" y="722"/>
                </a:cubicBezTo>
                <a:cubicBezTo>
                  <a:pt x="17" y="720"/>
                  <a:pt x="15" y="714"/>
                  <a:pt x="15" y="712"/>
                </a:cubicBezTo>
                <a:lnTo>
                  <a:pt x="15" y="710"/>
                </a:lnTo>
                <a:lnTo>
                  <a:pt x="15" y="709"/>
                </a:lnTo>
                <a:lnTo>
                  <a:pt x="15" y="708"/>
                </a:lnTo>
                <a:lnTo>
                  <a:pt x="16" y="707"/>
                </a:lnTo>
                <a:lnTo>
                  <a:pt x="17" y="705"/>
                </a:lnTo>
                <a:lnTo>
                  <a:pt x="18" y="704"/>
                </a:lnTo>
                <a:lnTo>
                  <a:pt x="19" y="703"/>
                </a:lnTo>
                <a:lnTo>
                  <a:pt x="21" y="702"/>
                </a:lnTo>
                <a:lnTo>
                  <a:pt x="23" y="702"/>
                </a:lnTo>
                <a:lnTo>
                  <a:pt x="25" y="701"/>
                </a:lnTo>
                <a:lnTo>
                  <a:pt x="29" y="701"/>
                </a:lnTo>
                <a:lnTo>
                  <a:pt x="32" y="700"/>
                </a:lnTo>
                <a:lnTo>
                  <a:pt x="35" y="700"/>
                </a:lnTo>
                <a:cubicBezTo>
                  <a:pt x="77" y="697"/>
                  <a:pt x="187" y="749"/>
                  <a:pt x="243" y="779"/>
                </a:cubicBezTo>
                <a:lnTo>
                  <a:pt x="142" y="153"/>
                </a:lnTo>
                <a:cubicBezTo>
                  <a:pt x="181" y="98"/>
                  <a:pt x="181" y="80"/>
                  <a:pt x="301" y="0"/>
                </a:cubicBezTo>
                <a:lnTo>
                  <a:pt x="406" y="797"/>
                </a:lnTo>
                <a:lnTo>
                  <a:pt x="407" y="797"/>
                </a:lnTo>
                <a:lnTo>
                  <a:pt x="408" y="797"/>
                </a:lnTo>
                <a:lnTo>
                  <a:pt x="409" y="797"/>
                </a:lnTo>
                <a:cubicBezTo>
                  <a:pt x="424" y="801"/>
                  <a:pt x="440" y="818"/>
                  <a:pt x="450" y="826"/>
                </a:cubicBezTo>
                <a:cubicBezTo>
                  <a:pt x="461" y="837"/>
                  <a:pt x="476" y="850"/>
                  <a:pt x="488" y="855"/>
                </a:cubicBezTo>
                <a:lnTo>
                  <a:pt x="494" y="858"/>
                </a:lnTo>
                <a:lnTo>
                  <a:pt x="500" y="860"/>
                </a:lnTo>
                <a:lnTo>
                  <a:pt x="501" y="861"/>
                </a:lnTo>
                <a:cubicBezTo>
                  <a:pt x="532" y="876"/>
                  <a:pt x="566" y="891"/>
                  <a:pt x="598" y="897"/>
                </a:cubicBezTo>
                <a:cubicBezTo>
                  <a:pt x="652" y="906"/>
                  <a:pt x="710" y="923"/>
                  <a:pt x="757" y="937"/>
                </a:cubicBezTo>
                <a:lnTo>
                  <a:pt x="759" y="937"/>
                </a:lnTo>
                <a:cubicBezTo>
                  <a:pt x="773" y="942"/>
                  <a:pt x="790" y="946"/>
                  <a:pt x="802" y="950"/>
                </a:cubicBezTo>
                <a:cubicBezTo>
                  <a:pt x="839" y="960"/>
                  <a:pt x="916" y="987"/>
                  <a:pt x="978" y="1009"/>
                </a:cubicBezTo>
                <a:lnTo>
                  <a:pt x="982" y="1010"/>
                </a:lnTo>
                <a:lnTo>
                  <a:pt x="985" y="1011"/>
                </a:lnTo>
                <a:lnTo>
                  <a:pt x="988" y="1012"/>
                </a:lnTo>
                <a:lnTo>
                  <a:pt x="992" y="1014"/>
                </a:lnTo>
                <a:cubicBezTo>
                  <a:pt x="1071" y="1041"/>
                  <a:pt x="1147" y="1067"/>
                  <a:pt x="1161" y="1069"/>
                </a:cubicBezTo>
                <a:cubicBezTo>
                  <a:pt x="1179" y="1072"/>
                  <a:pt x="1202" y="1072"/>
                  <a:pt x="1222" y="1073"/>
                </a:cubicBezTo>
                <a:cubicBezTo>
                  <a:pt x="1389" y="1095"/>
                  <a:pt x="1489" y="1119"/>
                  <a:pt x="1497" y="1270"/>
                </a:cubicBezTo>
                <a:cubicBezTo>
                  <a:pt x="1497" y="1334"/>
                  <a:pt x="1462" y="1394"/>
                  <a:pt x="1447" y="1408"/>
                </a:cubicBezTo>
                <a:cubicBezTo>
                  <a:pt x="1412" y="1446"/>
                  <a:pt x="1410" y="1480"/>
                  <a:pt x="1408" y="1490"/>
                </a:cubicBezTo>
                <a:lnTo>
                  <a:pt x="1408" y="1492"/>
                </a:lnTo>
                <a:lnTo>
                  <a:pt x="1408" y="1494"/>
                </a:lnTo>
                <a:lnTo>
                  <a:pt x="1408" y="1495"/>
                </a:lnTo>
                <a:lnTo>
                  <a:pt x="1407" y="1496"/>
                </a:lnTo>
                <a:lnTo>
                  <a:pt x="1407" y="1497"/>
                </a:lnTo>
                <a:lnTo>
                  <a:pt x="1406" y="1498"/>
                </a:lnTo>
                <a:lnTo>
                  <a:pt x="1405" y="1498"/>
                </a:lnTo>
                <a:lnTo>
                  <a:pt x="1403" y="1499"/>
                </a:lnTo>
                <a:lnTo>
                  <a:pt x="1402" y="1498"/>
                </a:lnTo>
                <a:lnTo>
                  <a:pt x="1400" y="1497"/>
                </a:lnTo>
                <a:cubicBezTo>
                  <a:pt x="1390" y="1488"/>
                  <a:pt x="1377" y="1475"/>
                  <a:pt x="1368" y="1466"/>
                </a:cubicBezTo>
                <a:cubicBezTo>
                  <a:pt x="1357" y="1454"/>
                  <a:pt x="1344" y="1442"/>
                  <a:pt x="1338" y="1437"/>
                </a:cubicBezTo>
                <a:cubicBezTo>
                  <a:pt x="1323" y="1442"/>
                  <a:pt x="1305" y="1444"/>
                  <a:pt x="1293" y="1444"/>
                </a:cubicBezTo>
                <a:cubicBezTo>
                  <a:pt x="1278" y="1444"/>
                  <a:pt x="1262" y="1442"/>
                  <a:pt x="1252" y="1441"/>
                </a:cubicBezTo>
                <a:cubicBezTo>
                  <a:pt x="1244" y="1440"/>
                  <a:pt x="1234" y="1439"/>
                  <a:pt x="1229" y="1439"/>
                </a:cubicBezTo>
                <a:cubicBezTo>
                  <a:pt x="1220" y="1441"/>
                  <a:pt x="1221" y="1437"/>
                  <a:pt x="1210" y="1446"/>
                </a:cubicBezTo>
                <a:cubicBezTo>
                  <a:pt x="1114" y="1519"/>
                  <a:pt x="1014" y="1554"/>
                  <a:pt x="935" y="1552"/>
                </a:cubicBezTo>
                <a:cubicBezTo>
                  <a:pt x="770" y="1550"/>
                  <a:pt x="582" y="1426"/>
                  <a:pt x="463" y="1220"/>
                </a:cubicBezTo>
                <a:lnTo>
                  <a:pt x="558" y="2116"/>
                </a:lnTo>
                <a:lnTo>
                  <a:pt x="885" y="2882"/>
                </a:lnTo>
                <a:lnTo>
                  <a:pt x="514" y="2255"/>
                </a:lnTo>
                <a:lnTo>
                  <a:pt x="460" y="2320"/>
                </a:lnTo>
                <a:lnTo>
                  <a:pt x="459" y="2323"/>
                </a:lnTo>
                <a:cubicBezTo>
                  <a:pt x="442" y="2489"/>
                  <a:pt x="189" y="2669"/>
                  <a:pt x="77" y="2649"/>
                </a:cubicBezTo>
                <a:cubicBezTo>
                  <a:pt x="16" y="2651"/>
                  <a:pt x="-1" y="2623"/>
                  <a:pt x="0" y="2572"/>
                </a:cubicBezTo>
                <a:cubicBezTo>
                  <a:pt x="-4" y="2352"/>
                  <a:pt x="289" y="2148"/>
                  <a:pt x="389" y="2181"/>
                </a:cubicBezTo>
                <a:lnTo>
                  <a:pt x="393" y="2181"/>
                </a:lnTo>
                <a:lnTo>
                  <a:pt x="396" y="2181"/>
                </a:lnTo>
                <a:lnTo>
                  <a:pt x="399" y="2181"/>
                </a:lnTo>
                <a:close/>
              </a:path>
            </a:pathLst>
          </a:custGeom>
          <a:solidFill>
            <a:schemeClr val="accent3">
              <a:lumMod val="75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41"/>
          <p:cNvSpPr/>
          <p:nvPr userDrawn="1">
            <p:custDataLst>
              <p:tags r:id="rId42"/>
            </p:custDataLst>
          </p:nvPr>
        </p:nvSpPr>
        <p:spPr>
          <a:xfrm>
            <a:off x="4693920" y="2996565"/>
            <a:ext cx="1364615" cy="1185545"/>
          </a:xfrm>
          <a:custGeom>
            <a:avLst/>
            <a:gdLst>
              <a:gd name="connsiteX0" fmla="*/ 548838 w 1364681"/>
              <a:gd name="connsiteY0" fmla="*/ 773663 h 1185358"/>
              <a:gd name="connsiteX1" fmla="*/ 549308 w 1364681"/>
              <a:gd name="connsiteY1" fmla="*/ 776172 h 1185358"/>
              <a:gd name="connsiteX2" fmla="*/ 549111 w 1364681"/>
              <a:gd name="connsiteY2" fmla="*/ 776736 h 1185358"/>
              <a:gd name="connsiteX3" fmla="*/ 259537 w 1364681"/>
              <a:gd name="connsiteY3" fmla="*/ 0 h 1185358"/>
              <a:gd name="connsiteX4" fmla="*/ 289170 w 1364681"/>
              <a:gd name="connsiteY4" fmla="*/ 257608 h 1185358"/>
              <a:gd name="connsiteX5" fmla="*/ 266509 w 1364681"/>
              <a:gd name="connsiteY5" fmla="*/ 492589 h 1185358"/>
              <a:gd name="connsiteX6" fmla="*/ 332747 w 1364681"/>
              <a:gd name="connsiteY6" fmla="*/ 610949 h 1185358"/>
              <a:gd name="connsiteX7" fmla="*/ 367610 w 1364681"/>
              <a:gd name="connsiteY7" fmla="*/ 429927 h 1185358"/>
              <a:gd name="connsiteX8" fmla="*/ 461738 w 1364681"/>
              <a:gd name="connsiteY8" fmla="*/ 186244 h 1185358"/>
              <a:gd name="connsiteX9" fmla="*/ 432105 w 1364681"/>
              <a:gd name="connsiteY9" fmla="*/ 445593 h 1185358"/>
              <a:gd name="connsiteX10" fmla="*/ 358894 w 1364681"/>
              <a:gd name="connsiteY10" fmla="*/ 663167 h 1185358"/>
              <a:gd name="connsiteX11" fmla="*/ 446050 w 1364681"/>
              <a:gd name="connsiteY11" fmla="*/ 1009545 h 1185358"/>
              <a:gd name="connsiteX12" fmla="*/ 527976 w 1364681"/>
              <a:gd name="connsiteY12" fmla="*/ 833745 h 1185358"/>
              <a:gd name="connsiteX13" fmla="*/ 524490 w 1364681"/>
              <a:gd name="connsiteY13" fmla="*/ 828523 h 1185358"/>
              <a:gd name="connsiteX14" fmla="*/ 534948 w 1364681"/>
              <a:gd name="connsiteY14" fmla="*/ 816339 h 1185358"/>
              <a:gd name="connsiteX15" fmla="*/ 545843 w 1364681"/>
              <a:gd name="connsiteY15" fmla="*/ 786096 h 1185358"/>
              <a:gd name="connsiteX16" fmla="*/ 549111 w 1364681"/>
              <a:gd name="connsiteY16" fmla="*/ 776736 h 1185358"/>
              <a:gd name="connsiteX17" fmla="*/ 549111 w 1364681"/>
              <a:gd name="connsiteY17" fmla="*/ 776741 h 1185358"/>
              <a:gd name="connsiteX18" fmla="*/ 549674 w 1364681"/>
              <a:gd name="connsiteY18" fmla="*/ 778130 h 1185358"/>
              <a:gd name="connsiteX19" fmla="*/ 550636 w 1364681"/>
              <a:gd name="connsiteY19" fmla="*/ 783268 h 1185358"/>
              <a:gd name="connsiteX20" fmla="*/ 551426 w 1364681"/>
              <a:gd name="connsiteY20" fmla="*/ 782452 h 1185358"/>
              <a:gd name="connsiteX21" fmla="*/ 549674 w 1364681"/>
              <a:gd name="connsiteY21" fmla="*/ 778130 h 1185358"/>
              <a:gd name="connsiteX22" fmla="*/ 549308 w 1364681"/>
              <a:gd name="connsiteY22" fmla="*/ 776172 h 1185358"/>
              <a:gd name="connsiteX23" fmla="*/ 554123 w 1364681"/>
              <a:gd name="connsiteY23" fmla="*/ 762381 h 1185358"/>
              <a:gd name="connsiteX24" fmla="*/ 548430 w 1364681"/>
              <a:gd name="connsiteY24" fmla="*/ 769071 h 1185358"/>
              <a:gd name="connsiteX25" fmla="*/ 548838 w 1364681"/>
              <a:gd name="connsiteY25" fmla="*/ 773663 h 1185358"/>
              <a:gd name="connsiteX26" fmla="*/ 547940 w 1364681"/>
              <a:gd name="connsiteY26" fmla="*/ 768867 h 1185358"/>
              <a:gd name="connsiteX27" fmla="*/ 780727 w 1364681"/>
              <a:gd name="connsiteY27" fmla="*/ 428187 h 1185358"/>
              <a:gd name="connsiteX28" fmla="*/ 1113661 w 1364681"/>
              <a:gd name="connsiteY28" fmla="*/ 161876 h 1185358"/>
              <a:gd name="connsiteX29" fmla="*/ 859167 w 1364681"/>
              <a:gd name="connsiteY29" fmla="*/ 503032 h 1185358"/>
              <a:gd name="connsiteX30" fmla="*/ 561095 w 1364681"/>
              <a:gd name="connsiteY30" fmla="*/ 758900 h 1185358"/>
              <a:gd name="connsiteX31" fmla="*/ 559352 w 1364681"/>
              <a:gd name="connsiteY31" fmla="*/ 804155 h 1185358"/>
              <a:gd name="connsiteX32" fmla="*/ 939350 w 1364681"/>
              <a:gd name="connsiteY32" fmla="*/ 741494 h 1185358"/>
              <a:gd name="connsiteX33" fmla="*/ 1364669 w 1364681"/>
              <a:gd name="connsiteY33" fmla="*/ 760640 h 1185358"/>
              <a:gd name="connsiteX34" fmla="*/ 948066 w 1364681"/>
              <a:gd name="connsiteY34" fmla="*/ 849411 h 1185358"/>
              <a:gd name="connsiteX35" fmla="*/ 554123 w 1364681"/>
              <a:gd name="connsiteY35" fmla="*/ 845929 h 1185358"/>
              <a:gd name="connsiteX36" fmla="*/ 442564 w 1364681"/>
              <a:gd name="connsiteY36" fmla="*/ 1127906 h 1185358"/>
              <a:gd name="connsiteX37" fmla="*/ 442564 w 1364681"/>
              <a:gd name="connsiteY37" fmla="*/ 1126165 h 1185358"/>
              <a:gd name="connsiteX38" fmla="*/ 433782 w 1364681"/>
              <a:gd name="connsiteY38" fmla="*/ 1185358 h 1185358"/>
              <a:gd name="connsiteX39" fmla="*/ 409926 w 1364681"/>
              <a:gd name="connsiteY39" fmla="*/ 1173146 h 1185358"/>
              <a:gd name="connsiteX40" fmla="*/ 308758 w 1364681"/>
              <a:gd name="connsiteY40" fmla="*/ 1101219 h 1185358"/>
              <a:gd name="connsiteX41" fmla="*/ 306177 w 1364681"/>
              <a:gd name="connsiteY41" fmla="*/ 1098759 h 1185358"/>
              <a:gd name="connsiteX42" fmla="*/ 306601 w 1364681"/>
              <a:gd name="connsiteY42" fmla="*/ 1094345 h 1185358"/>
              <a:gd name="connsiteX43" fmla="*/ 212473 w 1364681"/>
              <a:gd name="connsiteY43" fmla="*/ 985177 h 1185358"/>
              <a:gd name="connsiteX44" fmla="*/ 184408 w 1364681"/>
              <a:gd name="connsiteY44" fmla="*/ 971573 h 1185358"/>
              <a:gd name="connsiteX45" fmla="*/ 142558 w 1364681"/>
              <a:gd name="connsiteY45" fmla="*/ 918310 h 1185358"/>
              <a:gd name="connsiteX46" fmla="*/ 92255 w 1364681"/>
              <a:gd name="connsiteY46" fmla="*/ 830791 h 1185358"/>
              <a:gd name="connsiteX47" fmla="*/ 183494 w 1364681"/>
              <a:gd name="connsiteY47" fmla="*/ 890967 h 1185358"/>
              <a:gd name="connsiteX48" fmla="*/ 317059 w 1364681"/>
              <a:gd name="connsiteY48" fmla="*/ 939922 h 1185358"/>
              <a:gd name="connsiteX49" fmla="*/ 184583 w 1364681"/>
              <a:gd name="connsiteY49" fmla="*/ 428187 h 1185358"/>
              <a:gd name="connsiteX50" fmla="*/ 184583 w 1364681"/>
              <a:gd name="connsiteY50" fmla="*/ 429927 h 1185358"/>
              <a:gd name="connsiteX51" fmla="*/ 3681 w 1364681"/>
              <a:gd name="connsiteY51" fmla="*/ 380483 h 1185358"/>
              <a:gd name="connsiteX52" fmla="*/ 0 w 1364681"/>
              <a:gd name="connsiteY52" fmla="*/ 378767 h 1185358"/>
              <a:gd name="connsiteX53" fmla="*/ 5499 w 1364681"/>
              <a:gd name="connsiteY53" fmla="*/ 306086 h 1185358"/>
              <a:gd name="connsiteX54" fmla="*/ 6479 w 1364681"/>
              <a:gd name="connsiteY54" fmla="*/ 301836 h 1185358"/>
              <a:gd name="connsiteX55" fmla="*/ 21248 w 1364681"/>
              <a:gd name="connsiteY55" fmla="*/ 309554 h 1185358"/>
              <a:gd name="connsiteX56" fmla="*/ 179354 w 1364681"/>
              <a:gd name="connsiteY56" fmla="*/ 417743 h 1185358"/>
              <a:gd name="connsiteX57" fmla="*/ 161923 w 1364681"/>
              <a:gd name="connsiteY57" fmla="*/ 363785 h 1185358"/>
              <a:gd name="connsiteX58" fmla="*/ 76864 w 1364681"/>
              <a:gd name="connsiteY58" fmla="*/ 223531 h 1185358"/>
              <a:gd name="connsiteX59" fmla="*/ 45093 w 1364681"/>
              <a:gd name="connsiteY59" fmla="*/ 153773 h 1185358"/>
              <a:gd name="connsiteX60" fmla="*/ 78906 w 1364681"/>
              <a:gd name="connsiteY60" fmla="*/ 67954 h 1185358"/>
              <a:gd name="connsiteX61" fmla="*/ 102657 w 1364681"/>
              <a:gd name="connsiteY61" fmla="*/ 120101 h 1185358"/>
              <a:gd name="connsiteX62" fmla="*/ 177611 w 1364681"/>
              <a:gd name="connsiteY62" fmla="*/ 358563 h 1185358"/>
              <a:gd name="connsiteX63" fmla="*/ 231647 w 1364681"/>
              <a:gd name="connsiteY63" fmla="*/ 436890 h 1185358"/>
              <a:gd name="connsiteX64" fmla="*/ 224675 w 1364681"/>
              <a:gd name="connsiteY64" fmla="*/ 257608 h 1185358"/>
              <a:gd name="connsiteX65" fmla="*/ 259537 w 1364681"/>
              <a:gd name="connsiteY65" fmla="*/ 0 h 1185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364681" h="1185358">
                <a:moveTo>
                  <a:pt x="548838" y="773663"/>
                </a:moveTo>
                <a:lnTo>
                  <a:pt x="549308" y="776172"/>
                </a:lnTo>
                <a:lnTo>
                  <a:pt x="549111" y="776736"/>
                </a:lnTo>
                <a:close/>
                <a:moveTo>
                  <a:pt x="259537" y="0"/>
                </a:moveTo>
                <a:cubicBezTo>
                  <a:pt x="278711" y="0"/>
                  <a:pt x="290913" y="114879"/>
                  <a:pt x="289170" y="257608"/>
                </a:cubicBezTo>
                <a:cubicBezTo>
                  <a:pt x="289170" y="363785"/>
                  <a:pt x="278711" y="452555"/>
                  <a:pt x="266509" y="492589"/>
                </a:cubicBezTo>
                <a:cubicBezTo>
                  <a:pt x="292656" y="532622"/>
                  <a:pt x="313573" y="572656"/>
                  <a:pt x="332747" y="610949"/>
                </a:cubicBezTo>
                <a:cubicBezTo>
                  <a:pt x="337977" y="563953"/>
                  <a:pt x="350179" y="499551"/>
                  <a:pt x="367610" y="429927"/>
                </a:cubicBezTo>
                <a:cubicBezTo>
                  <a:pt x="402472" y="290680"/>
                  <a:pt x="444307" y="182763"/>
                  <a:pt x="461738" y="186244"/>
                </a:cubicBezTo>
                <a:cubicBezTo>
                  <a:pt x="479169" y="191466"/>
                  <a:pt x="465224" y="306345"/>
                  <a:pt x="432105" y="445593"/>
                </a:cubicBezTo>
                <a:cubicBezTo>
                  <a:pt x="407701" y="543066"/>
                  <a:pt x="379812" y="624874"/>
                  <a:pt x="358894" y="663167"/>
                </a:cubicBezTo>
                <a:cubicBezTo>
                  <a:pt x="411188" y="779787"/>
                  <a:pt x="442564" y="891185"/>
                  <a:pt x="446050" y="1009545"/>
                </a:cubicBezTo>
                <a:cubicBezTo>
                  <a:pt x="479169" y="957328"/>
                  <a:pt x="508802" y="889444"/>
                  <a:pt x="527976" y="833745"/>
                </a:cubicBezTo>
                <a:cubicBezTo>
                  <a:pt x="526233" y="832005"/>
                  <a:pt x="524490" y="832005"/>
                  <a:pt x="524490" y="828523"/>
                </a:cubicBezTo>
                <a:cubicBezTo>
                  <a:pt x="524490" y="825042"/>
                  <a:pt x="527976" y="821561"/>
                  <a:pt x="534948" y="816339"/>
                </a:cubicBezTo>
                <a:cubicBezTo>
                  <a:pt x="539306" y="805025"/>
                  <a:pt x="542792" y="795017"/>
                  <a:pt x="545843" y="786096"/>
                </a:cubicBezTo>
                <a:lnTo>
                  <a:pt x="549111" y="776736"/>
                </a:lnTo>
                <a:lnTo>
                  <a:pt x="549111" y="776741"/>
                </a:lnTo>
                <a:lnTo>
                  <a:pt x="549674" y="778130"/>
                </a:lnTo>
                <a:lnTo>
                  <a:pt x="550636" y="783268"/>
                </a:lnTo>
                <a:cubicBezTo>
                  <a:pt x="551944" y="784138"/>
                  <a:pt x="551944" y="783703"/>
                  <a:pt x="551426" y="782452"/>
                </a:cubicBezTo>
                <a:lnTo>
                  <a:pt x="549674" y="778130"/>
                </a:lnTo>
                <a:lnTo>
                  <a:pt x="549308" y="776172"/>
                </a:lnTo>
                <a:lnTo>
                  <a:pt x="554123" y="762381"/>
                </a:lnTo>
                <a:cubicBezTo>
                  <a:pt x="550636" y="764121"/>
                  <a:pt x="549002" y="766515"/>
                  <a:pt x="548430" y="769071"/>
                </a:cubicBezTo>
                <a:lnTo>
                  <a:pt x="548838" y="773663"/>
                </a:lnTo>
                <a:lnTo>
                  <a:pt x="547940" y="768867"/>
                </a:lnTo>
                <a:cubicBezTo>
                  <a:pt x="553469" y="720607"/>
                  <a:pt x="640407" y="574396"/>
                  <a:pt x="780727" y="428187"/>
                </a:cubicBezTo>
                <a:cubicBezTo>
                  <a:pt x="942836" y="261089"/>
                  <a:pt x="1092744" y="142729"/>
                  <a:pt x="1113661" y="161876"/>
                </a:cubicBezTo>
                <a:cubicBezTo>
                  <a:pt x="1134578" y="182763"/>
                  <a:pt x="1021276" y="335935"/>
                  <a:pt x="859167" y="503032"/>
                </a:cubicBezTo>
                <a:cubicBezTo>
                  <a:pt x="735406" y="630096"/>
                  <a:pt x="618618" y="729310"/>
                  <a:pt x="561095" y="758900"/>
                </a:cubicBezTo>
                <a:cubicBezTo>
                  <a:pt x="561095" y="774565"/>
                  <a:pt x="561095" y="790230"/>
                  <a:pt x="559352" y="804155"/>
                </a:cubicBezTo>
                <a:cubicBezTo>
                  <a:pt x="623847" y="781527"/>
                  <a:pt x="770268" y="755418"/>
                  <a:pt x="939350" y="741494"/>
                </a:cubicBezTo>
                <a:cubicBezTo>
                  <a:pt x="1172927" y="722347"/>
                  <a:pt x="1362926" y="732791"/>
                  <a:pt x="1364669" y="760640"/>
                </a:cubicBezTo>
                <a:cubicBezTo>
                  <a:pt x="1366412" y="790230"/>
                  <a:pt x="1181642" y="830264"/>
                  <a:pt x="948066" y="849411"/>
                </a:cubicBezTo>
                <a:cubicBezTo>
                  <a:pt x="768525" y="863335"/>
                  <a:pt x="616875" y="861595"/>
                  <a:pt x="554123" y="845929"/>
                </a:cubicBezTo>
                <a:cubicBezTo>
                  <a:pt x="527976" y="990399"/>
                  <a:pt x="442564" y="1127906"/>
                  <a:pt x="442564" y="1127906"/>
                </a:cubicBezTo>
                <a:lnTo>
                  <a:pt x="442564" y="1126165"/>
                </a:lnTo>
                <a:lnTo>
                  <a:pt x="433782" y="1185358"/>
                </a:lnTo>
                <a:lnTo>
                  <a:pt x="409926" y="1173146"/>
                </a:lnTo>
                <a:cubicBezTo>
                  <a:pt x="374439" y="1151583"/>
                  <a:pt x="340635" y="1127527"/>
                  <a:pt x="308758" y="1101219"/>
                </a:cubicBezTo>
                <a:lnTo>
                  <a:pt x="306177" y="1098759"/>
                </a:lnTo>
                <a:lnTo>
                  <a:pt x="306601" y="1094345"/>
                </a:lnTo>
                <a:cubicBezTo>
                  <a:pt x="303659" y="1045228"/>
                  <a:pt x="275225" y="1011286"/>
                  <a:pt x="212473" y="985177"/>
                </a:cubicBezTo>
                <a:lnTo>
                  <a:pt x="184408" y="971573"/>
                </a:lnTo>
                <a:lnTo>
                  <a:pt x="142558" y="918310"/>
                </a:lnTo>
                <a:lnTo>
                  <a:pt x="92255" y="830791"/>
                </a:lnTo>
                <a:lnTo>
                  <a:pt x="183494" y="890967"/>
                </a:lnTo>
                <a:cubicBezTo>
                  <a:pt x="258665" y="937746"/>
                  <a:pt x="315316" y="965160"/>
                  <a:pt x="317059" y="939922"/>
                </a:cubicBezTo>
                <a:cubicBezTo>
                  <a:pt x="317059" y="778046"/>
                  <a:pt x="243849" y="595284"/>
                  <a:pt x="184583" y="428187"/>
                </a:cubicBezTo>
                <a:cubicBezTo>
                  <a:pt x="184583" y="429927"/>
                  <a:pt x="184583" y="429927"/>
                  <a:pt x="184583" y="429927"/>
                </a:cubicBezTo>
                <a:cubicBezTo>
                  <a:pt x="176739" y="444287"/>
                  <a:pt x="103202" y="423400"/>
                  <a:pt x="3681" y="380483"/>
                </a:cubicBezTo>
                <a:lnTo>
                  <a:pt x="0" y="378767"/>
                </a:lnTo>
                <a:lnTo>
                  <a:pt x="5499" y="306086"/>
                </a:lnTo>
                <a:lnTo>
                  <a:pt x="6479" y="301836"/>
                </a:lnTo>
                <a:lnTo>
                  <a:pt x="21248" y="309554"/>
                </a:lnTo>
                <a:cubicBezTo>
                  <a:pt x="103855" y="355408"/>
                  <a:pt x="163666" y="396856"/>
                  <a:pt x="179354" y="417743"/>
                </a:cubicBezTo>
                <a:cubicBezTo>
                  <a:pt x="174124" y="400337"/>
                  <a:pt x="167152" y="382931"/>
                  <a:pt x="161923" y="363785"/>
                </a:cubicBezTo>
                <a:cubicBezTo>
                  <a:pt x="143620" y="348119"/>
                  <a:pt x="111590" y="295249"/>
                  <a:pt x="76864" y="223531"/>
                </a:cubicBezTo>
                <a:lnTo>
                  <a:pt x="45093" y="153773"/>
                </a:lnTo>
                <a:lnTo>
                  <a:pt x="78906" y="67954"/>
                </a:lnTo>
                <a:lnTo>
                  <a:pt x="102657" y="120101"/>
                </a:lnTo>
                <a:cubicBezTo>
                  <a:pt x="149721" y="229759"/>
                  <a:pt x="179354" y="325491"/>
                  <a:pt x="177611" y="358563"/>
                </a:cubicBezTo>
                <a:cubicBezTo>
                  <a:pt x="195042" y="384672"/>
                  <a:pt x="214216" y="410781"/>
                  <a:pt x="231647" y="436890"/>
                </a:cubicBezTo>
                <a:cubicBezTo>
                  <a:pt x="226418" y="391634"/>
                  <a:pt x="222932" y="327232"/>
                  <a:pt x="224675" y="257608"/>
                </a:cubicBezTo>
                <a:cubicBezTo>
                  <a:pt x="224675" y="114879"/>
                  <a:pt x="242106" y="0"/>
                  <a:pt x="259537" y="0"/>
                </a:cubicBezTo>
                <a:close/>
              </a:path>
            </a:pathLst>
          </a:custGeom>
          <a:solidFill>
            <a:schemeClr val="accent3">
              <a:lumMod val="75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KSO_TEMPLATE" hidden="1"/>
          <p:cNvSpPr/>
          <p:nvPr userDrawn="1">
            <p:custDataLst>
              <p:tags r:id="rId4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汉仪楷体简" panose="02010600000101010101" charset="-128"/>
          <a:ea typeface="汉仪楷体简" panose="02010600000101010101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6.xml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" Type="http://schemas.openxmlformats.org/officeDocument/2006/relationships/tags" Target="../tags/tag354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360.xml"/><Relationship Id="rId2" Type="http://schemas.openxmlformats.org/officeDocument/2006/relationships/tags" Target="../tags/tag359.xml"/><Relationship Id="rId1" Type="http://schemas.openxmlformats.org/officeDocument/2006/relationships/tags" Target="../tags/tag35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36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5.xml"/><Relationship Id="rId5" Type="http://schemas.openxmlformats.org/officeDocument/2006/relationships/tags" Target="../tags/tag36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36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36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367.xml"/><Relationship Id="rId2" Type="http://schemas.openxmlformats.org/officeDocument/2006/relationships/tags" Target="../tags/tag366.xml"/><Relationship Id="rId1" Type="http://schemas.openxmlformats.org/officeDocument/2006/relationships/tags" Target="../tags/tag36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36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36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78.xml"/><Relationship Id="rId8" Type="http://schemas.openxmlformats.org/officeDocument/2006/relationships/tags" Target="../tags/tag377.xml"/><Relationship Id="rId7" Type="http://schemas.openxmlformats.org/officeDocument/2006/relationships/tags" Target="../tags/tag376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tags" Target="../tags/tag373.xml"/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2" Type="http://schemas.openxmlformats.org/officeDocument/2006/relationships/slideLayout" Target="../slideLayouts/slideLayout25.xml"/><Relationship Id="rId11" Type="http://schemas.openxmlformats.org/officeDocument/2006/relationships/tags" Target="../tags/tag380.xml"/><Relationship Id="rId10" Type="http://schemas.openxmlformats.org/officeDocument/2006/relationships/tags" Target="../tags/tag379.xml"/><Relationship Id="rId1" Type="http://schemas.openxmlformats.org/officeDocument/2006/relationships/tags" Target="../tags/tag37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" Type="http://schemas.openxmlformats.org/officeDocument/2006/relationships/tags" Target="../tags/tag38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38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387.xml"/><Relationship Id="rId2" Type="http://schemas.openxmlformats.org/officeDocument/2006/relationships/tags" Target="../tags/tag386.xml"/><Relationship Id="rId1" Type="http://schemas.openxmlformats.org/officeDocument/2006/relationships/tags" Target="../tags/tag38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96.xml"/><Relationship Id="rId8" Type="http://schemas.openxmlformats.org/officeDocument/2006/relationships/tags" Target="../tags/tag395.xml"/><Relationship Id="rId7" Type="http://schemas.openxmlformats.org/officeDocument/2006/relationships/tags" Target="../tags/tag394.xml"/><Relationship Id="rId6" Type="http://schemas.openxmlformats.org/officeDocument/2006/relationships/tags" Target="../tags/tag393.xml"/><Relationship Id="rId5" Type="http://schemas.openxmlformats.org/officeDocument/2006/relationships/tags" Target="../tags/tag392.xml"/><Relationship Id="rId4" Type="http://schemas.openxmlformats.org/officeDocument/2006/relationships/tags" Target="../tags/tag391.xml"/><Relationship Id="rId3" Type="http://schemas.openxmlformats.org/officeDocument/2006/relationships/tags" Target="../tags/tag390.xml"/><Relationship Id="rId24" Type="http://schemas.openxmlformats.org/officeDocument/2006/relationships/slideLayout" Target="../slideLayouts/slideLayout25.xml"/><Relationship Id="rId23" Type="http://schemas.openxmlformats.org/officeDocument/2006/relationships/tags" Target="../tags/tag410.xml"/><Relationship Id="rId22" Type="http://schemas.openxmlformats.org/officeDocument/2006/relationships/tags" Target="../tags/tag409.xml"/><Relationship Id="rId21" Type="http://schemas.openxmlformats.org/officeDocument/2006/relationships/tags" Target="../tags/tag408.xml"/><Relationship Id="rId20" Type="http://schemas.openxmlformats.org/officeDocument/2006/relationships/tags" Target="../tags/tag407.xml"/><Relationship Id="rId2" Type="http://schemas.openxmlformats.org/officeDocument/2006/relationships/tags" Target="../tags/tag389.xml"/><Relationship Id="rId19" Type="http://schemas.openxmlformats.org/officeDocument/2006/relationships/tags" Target="../tags/tag406.xml"/><Relationship Id="rId18" Type="http://schemas.openxmlformats.org/officeDocument/2006/relationships/tags" Target="../tags/tag405.xml"/><Relationship Id="rId17" Type="http://schemas.openxmlformats.org/officeDocument/2006/relationships/tags" Target="../tags/tag404.xml"/><Relationship Id="rId16" Type="http://schemas.openxmlformats.org/officeDocument/2006/relationships/tags" Target="../tags/tag403.xml"/><Relationship Id="rId15" Type="http://schemas.openxmlformats.org/officeDocument/2006/relationships/tags" Target="../tags/tag402.xml"/><Relationship Id="rId14" Type="http://schemas.openxmlformats.org/officeDocument/2006/relationships/tags" Target="../tags/tag401.xml"/><Relationship Id="rId13" Type="http://schemas.openxmlformats.org/officeDocument/2006/relationships/tags" Target="../tags/tag400.xml"/><Relationship Id="rId12" Type="http://schemas.openxmlformats.org/officeDocument/2006/relationships/tags" Target="../tags/tag399.xml"/><Relationship Id="rId11" Type="http://schemas.openxmlformats.org/officeDocument/2006/relationships/tags" Target="../tags/tag398.xml"/><Relationship Id="rId10" Type="http://schemas.openxmlformats.org/officeDocument/2006/relationships/tags" Target="../tags/tag397.xml"/><Relationship Id="rId1" Type="http://schemas.openxmlformats.org/officeDocument/2006/relationships/tags" Target="../tags/tag38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413.xml"/><Relationship Id="rId2" Type="http://schemas.openxmlformats.org/officeDocument/2006/relationships/tags" Target="../tags/tag412.xml"/><Relationship Id="rId1" Type="http://schemas.openxmlformats.org/officeDocument/2006/relationships/tags" Target="../tags/tag4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2025/12/5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基于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n-gram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算法的小学生作文生成器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 程千和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9F7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8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n-gram</a:t>
            </a:r>
            <a:r>
              <a:rPr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简介</a:t>
            </a:r>
            <a:endParaRPr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" name="图片 35" descr="对钩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904095" y="1766570"/>
            <a:ext cx="1788795" cy="185674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539115" y="281940"/>
            <a:ext cx="3237865" cy="785495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4000" b="1">
                <a:solidFill>
                  <a:srgbClr val="BF9F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n-gram</a:t>
            </a:r>
            <a:r>
              <a:rPr lang="zh-CN" altLang="en-US" sz="4000" b="1">
                <a:solidFill>
                  <a:srgbClr val="BF9F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简介</a:t>
            </a:r>
            <a:endParaRPr lang="zh-CN" altLang="en-US" sz="4000" b="1">
              <a:solidFill>
                <a:srgbClr val="BF9F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054100" y="1766570"/>
            <a:ext cx="2606040" cy="1294130"/>
            <a:chOff x="1660" y="2782"/>
            <a:chExt cx="4104" cy="2038"/>
          </a:xfrm>
        </p:grpSpPr>
        <p:sp>
          <p:nvSpPr>
            <p:cNvPr id="5" name="文本框 4"/>
            <p:cNvSpPr txBox="1"/>
            <p:nvPr/>
          </p:nvSpPr>
          <p:spPr>
            <a:xfrm>
              <a:off x="1660" y="2782"/>
              <a:ext cx="410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600" b="1" i="1">
                  <a:solidFill>
                    <a:srgbClr val="274963"/>
                  </a:solidFill>
                  <a:latin typeface="微软雅黑" panose="020B0503020204020204" charset="-122"/>
                  <a:ea typeface="微软雅黑" panose="020B0503020204020204" charset="-122"/>
                </a:rPr>
                <a:t>我和小明今</a:t>
              </a:r>
              <a:endParaRPr lang="zh-CN" altLang="en-US" sz="3600" b="1" i="1">
                <a:solidFill>
                  <a:srgbClr val="27496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660" y="3743"/>
              <a:ext cx="4104" cy="1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660" y="3998"/>
              <a:ext cx="410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 b="1">
                  <a:solidFill>
                    <a:srgbClr val="BF9F7F"/>
                  </a:solidFill>
                  <a:latin typeface="微软雅黑" panose="020B0503020204020204" charset="-122"/>
                  <a:ea typeface="微软雅黑" panose="020B0503020204020204" charset="-122"/>
                </a:rPr>
                <a:t>n=5</a:t>
              </a:r>
              <a:endParaRPr lang="en-US" altLang="zh-CN" sz="28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" name="左大括号 7"/>
          <p:cNvSpPr/>
          <p:nvPr/>
        </p:nvSpPr>
        <p:spPr>
          <a:xfrm>
            <a:off x="3895090" y="1814830"/>
            <a:ext cx="523240" cy="1985645"/>
          </a:xfrm>
          <a:prstGeom prst="leftBrace">
            <a:avLst>
              <a:gd name="adj1" fmla="val 12135"/>
              <a:gd name="adj2" fmla="val 17532"/>
            </a:avLst>
          </a:prstGeom>
          <a:ln w="698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418330" y="1544320"/>
            <a:ext cx="2110105" cy="645160"/>
            <a:chOff x="6958" y="2432"/>
            <a:chExt cx="3323" cy="1016"/>
          </a:xfrm>
        </p:grpSpPr>
        <p:sp>
          <p:nvSpPr>
            <p:cNvPr id="9" name="文本框 8"/>
            <p:cNvSpPr txBox="1"/>
            <p:nvPr/>
          </p:nvSpPr>
          <p:spPr>
            <a:xfrm>
              <a:off x="6958" y="2432"/>
              <a:ext cx="1249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r>
                <a:rPr lang="zh-CN" altLang="en-US" sz="3600" b="1" i="1">
                  <a:solidFill>
                    <a:srgbClr val="274963"/>
                  </a:solidFill>
                  <a:latin typeface="微软雅黑" panose="020B0503020204020204" charset="-122"/>
                  <a:ea typeface="微软雅黑" panose="020B0503020204020204" charset="-122"/>
                </a:rPr>
                <a:t>天</a:t>
              </a:r>
              <a:endParaRPr lang="zh-CN" altLang="en-US" sz="3600" b="1" i="1">
                <a:solidFill>
                  <a:srgbClr val="27496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207" y="2432"/>
              <a:ext cx="2075" cy="101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2800" b="1">
                  <a:solidFill>
                    <a:srgbClr val="BF9F7F"/>
                  </a:solidFill>
                  <a:latin typeface="微软雅黑" panose="020B0503020204020204" charset="-122"/>
                  <a:ea typeface="微软雅黑" panose="020B0503020204020204" charset="-122"/>
                </a:rPr>
                <a:t>50%</a:t>
              </a:r>
              <a:endParaRPr lang="en-US" altLang="zh-CN" sz="28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418965" y="2188845"/>
            <a:ext cx="2110740" cy="645160"/>
            <a:chOff x="6958" y="2432"/>
            <a:chExt cx="3324" cy="1016"/>
          </a:xfrm>
        </p:grpSpPr>
        <p:sp>
          <p:nvSpPr>
            <p:cNvPr id="13" name="文本框 12"/>
            <p:cNvSpPr txBox="1"/>
            <p:nvPr/>
          </p:nvSpPr>
          <p:spPr>
            <a:xfrm>
              <a:off x="6958" y="2432"/>
              <a:ext cx="1249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r>
                <a:rPr lang="zh-CN" altLang="en-US" sz="3600" b="1" i="1">
                  <a:solidFill>
                    <a:srgbClr val="274963"/>
                  </a:solidFill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endParaRPr lang="zh-CN" altLang="en-US" sz="3600" b="1" i="1">
                <a:solidFill>
                  <a:srgbClr val="27496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207" y="2432"/>
              <a:ext cx="2075" cy="101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2800" b="1">
                  <a:solidFill>
                    <a:srgbClr val="BF9F7F"/>
                  </a:solidFill>
                  <a:latin typeface="微软雅黑" panose="020B0503020204020204" charset="-122"/>
                  <a:ea typeface="微软雅黑" panose="020B0503020204020204" charset="-122"/>
                </a:rPr>
                <a:t>20%</a:t>
              </a:r>
              <a:endParaRPr lang="en-US" altLang="zh-CN" sz="28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418965" y="2834005"/>
            <a:ext cx="2110740" cy="645160"/>
            <a:chOff x="6958" y="2432"/>
            <a:chExt cx="3324" cy="1016"/>
          </a:xfrm>
        </p:grpSpPr>
        <p:sp>
          <p:nvSpPr>
            <p:cNvPr id="16" name="文本框 15"/>
            <p:cNvSpPr txBox="1"/>
            <p:nvPr/>
          </p:nvSpPr>
          <p:spPr>
            <a:xfrm>
              <a:off x="6958" y="2432"/>
              <a:ext cx="1249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r>
                <a:rPr lang="zh-CN" altLang="en-US" sz="3600" b="1" i="1">
                  <a:solidFill>
                    <a:srgbClr val="274963"/>
                  </a:solidFill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lang="zh-CN" altLang="en-US" sz="3600" b="1" i="1">
                <a:solidFill>
                  <a:srgbClr val="27496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207" y="2432"/>
              <a:ext cx="2075" cy="101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2800" b="1">
                  <a:solidFill>
                    <a:srgbClr val="BF9F7F"/>
                  </a:solidFill>
                  <a:latin typeface="微软雅黑" panose="020B0503020204020204" charset="-122"/>
                  <a:ea typeface="微软雅黑" panose="020B0503020204020204" charset="-122"/>
                </a:rPr>
                <a:t>15%</a:t>
              </a:r>
              <a:endParaRPr lang="en-US" altLang="zh-CN" sz="28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418965" y="3478530"/>
            <a:ext cx="2110740" cy="645160"/>
            <a:chOff x="6958" y="2432"/>
            <a:chExt cx="3324" cy="1016"/>
          </a:xfrm>
        </p:grpSpPr>
        <p:sp>
          <p:nvSpPr>
            <p:cNvPr id="19" name="文本框 18"/>
            <p:cNvSpPr txBox="1"/>
            <p:nvPr/>
          </p:nvSpPr>
          <p:spPr>
            <a:xfrm>
              <a:off x="6958" y="2432"/>
              <a:ext cx="1249" cy="101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r>
                <a:rPr lang="en-US" altLang="zh-CN" sz="3600" b="1" i="1">
                  <a:solidFill>
                    <a:srgbClr val="274963"/>
                  </a:solidFill>
                  <a:latin typeface="微软雅黑" panose="020B0503020204020204" charset="-122"/>
                  <a:ea typeface="微软雅黑" panose="020B0503020204020204" charset="-122"/>
                </a:rPr>
                <a:t>…</a:t>
              </a:r>
              <a:endParaRPr lang="en-US" altLang="zh-CN" sz="3600" b="1" i="1">
                <a:solidFill>
                  <a:srgbClr val="27496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207" y="2432"/>
              <a:ext cx="2075" cy="101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2800" b="1">
                  <a:solidFill>
                    <a:srgbClr val="BF9F7F"/>
                  </a:solidFill>
                  <a:latin typeface="微软雅黑" panose="020B0503020204020204" charset="-122"/>
                  <a:ea typeface="微软雅黑" panose="020B0503020204020204" charset="-122"/>
                </a:rPr>
                <a:t>…%</a:t>
              </a:r>
              <a:endParaRPr lang="en-US" altLang="zh-CN" sz="28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3" name="右箭头 32"/>
          <p:cNvSpPr/>
          <p:nvPr/>
        </p:nvSpPr>
        <p:spPr>
          <a:xfrm>
            <a:off x="6628130" y="1766570"/>
            <a:ext cx="746125" cy="129349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877810" y="1893570"/>
            <a:ext cx="3167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i="1">
                <a:solidFill>
                  <a:srgbClr val="274963"/>
                </a:solidFill>
                <a:latin typeface="微软雅黑" panose="020B0503020204020204" charset="-122"/>
                <a:ea typeface="微软雅黑" panose="020B0503020204020204" charset="-122"/>
              </a:rPr>
              <a:t>我和小明今天</a:t>
            </a:r>
            <a:endParaRPr lang="zh-CN" altLang="en-US" sz="3600" b="1" i="1">
              <a:solidFill>
                <a:srgbClr val="2749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54100" y="4597400"/>
            <a:ext cx="2936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i="1">
                <a:solidFill>
                  <a:srgbClr val="274963"/>
                </a:solidFill>
                <a:latin typeface="微软雅黑" panose="020B0503020204020204" charset="-122"/>
                <a:ea typeface="微软雅黑" panose="020B0503020204020204" charset="-122"/>
              </a:rPr>
              <a:t>我和小明今天</a:t>
            </a:r>
            <a:endParaRPr lang="zh-CN" altLang="en-US" sz="3600" b="1" i="1">
              <a:solidFill>
                <a:srgbClr val="2749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653540" y="5207635"/>
            <a:ext cx="2336165" cy="977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1653540" y="5305425"/>
            <a:ext cx="2337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</a:rPr>
              <a:t>n=5</a:t>
            </a:r>
            <a:endParaRPr lang="en-US" altLang="zh-CN" sz="2800" b="1">
              <a:solidFill>
                <a:srgbClr val="BF9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右箭头 41"/>
          <p:cNvSpPr/>
          <p:nvPr/>
        </p:nvSpPr>
        <p:spPr>
          <a:xfrm>
            <a:off x="4418330" y="4610100"/>
            <a:ext cx="746125" cy="129349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 descr="问号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5164455" y="4304030"/>
            <a:ext cx="1905000" cy="1905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39115" y="281940"/>
            <a:ext cx="2317115" cy="785495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sz="4000" b="1">
                <a:solidFill>
                  <a:srgbClr val="BF9F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选题考量</a:t>
            </a:r>
            <a:endParaRPr lang="zh-CN" sz="4000" b="1">
              <a:solidFill>
                <a:srgbClr val="BF9F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2" name="图片 1" descr="deepseek-copy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661150" y="1507490"/>
            <a:ext cx="5226050" cy="3843020"/>
          </a:xfrm>
          <a:prstGeom prst="rect">
            <a:avLst/>
          </a:prstGeom>
        </p:spPr>
      </p:pic>
      <p:pic>
        <p:nvPicPr>
          <p:cNvPr id="3" name="图片 2" descr="编程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90" y="1826895"/>
            <a:ext cx="1905000" cy="1905000"/>
          </a:xfrm>
          <a:prstGeom prst="rect">
            <a:avLst/>
          </a:prstGeom>
        </p:spPr>
      </p:pic>
      <p:pic>
        <p:nvPicPr>
          <p:cNvPr id="21" name="图片 20" descr="写作平台_写作 编辑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170" y="1991360"/>
            <a:ext cx="1576705" cy="1576705"/>
          </a:xfrm>
          <a:prstGeom prst="rect">
            <a:avLst/>
          </a:prstGeom>
        </p:spPr>
      </p:pic>
      <p:pic>
        <p:nvPicPr>
          <p:cNvPr id="22" name="图片 21" descr="知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555" y="1826895"/>
            <a:ext cx="1905000" cy="1905000"/>
          </a:xfrm>
          <a:prstGeom prst="rect">
            <a:avLst/>
          </a:prstGeom>
        </p:spPr>
      </p:pic>
      <p:sp>
        <p:nvSpPr>
          <p:cNvPr id="24" name="右箭头 23"/>
          <p:cNvSpPr/>
          <p:nvPr/>
        </p:nvSpPr>
        <p:spPr>
          <a:xfrm>
            <a:off x="745490" y="3967480"/>
            <a:ext cx="6108065" cy="4991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45490" y="4354195"/>
            <a:ext cx="61080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 i="1">
                <a:solidFill>
                  <a:srgbClr val="274963"/>
                </a:solidFill>
                <a:latin typeface="微软雅黑" panose="020B0503020204020204" charset="-122"/>
                <a:ea typeface="微软雅黑" panose="020B0503020204020204" charset="-122"/>
              </a:rPr>
              <a:t>基于语言模型的学习与工作</a:t>
            </a:r>
            <a:endParaRPr lang="zh-CN" altLang="en-US" sz="2400" b="1" i="1">
              <a:solidFill>
                <a:srgbClr val="2749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39115" y="281940"/>
            <a:ext cx="2317115" cy="785495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sz="4000" b="1">
                <a:solidFill>
                  <a:srgbClr val="BF9F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前人工作</a:t>
            </a:r>
            <a:endParaRPr lang="zh-CN" sz="4000" b="1">
              <a:solidFill>
                <a:srgbClr val="BF9F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39115" y="1457325"/>
            <a:ext cx="11280775" cy="4928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[1]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周东妮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基于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语言模型和语料库的智能翻译语法纠正技术研究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自动化与仪器仪表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,2025,(10):193-197.DOI:10.14016/j.cnki.1001-9227.2025.10.193.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[2]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王祎涵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张思佳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曹恒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等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融合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和多重注意力机制的能源领域新词发现方法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科学技术与工程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,2025,25(18):7668-7677.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[3]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邵赟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倪申环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杨程珲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等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基于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相似度增强蛋白质肽段组装的方法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——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面向质谱数据分析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电脑知识与技术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,2025,21(18):1-6.DOI:10.14004/j.cnki.ckt.2025.0891.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[4]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秦瑞琳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一种改进的基于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的古汉语断句与标点方法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集美大学学报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(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自然科学版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),2025,30(02):198-204.DOI:10.19715/j.jmuzr.2025.02.12.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[5]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陈舒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董晨洋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叶慧斌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等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基于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改进特征的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ACFG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在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GCC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编译器版本识别中的应用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数学建模及其应用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,2024,13(04):86-98.DOI:10.19943/j.2095-3070.jmmia.2024.04.12.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[6]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王巍洁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任慧玲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李晓瑛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等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融合汉字多语义与文本统计特征的中文医学新词发现研究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图书情报工作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,2024,68(06):119-128.DOI:10.13266/j.issn.0252-3116.2024.06.011.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[7]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毕甜甜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张思佳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孙旭菲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等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融合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的水产养殖长文本实体关系联合抽取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哈尔滨理工大学学报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,2025,30(02):91-103.DOI:10.15938/j.jhust.2025.02.010.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[8]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林晓鹏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基于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算法的网络安全风险检测系统设计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信息与电脑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(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理论版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),2023,35(15):215-217.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[9]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高印权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基于深度学习的文本语法自动纠错模型研究与实现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[D].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电子科技大学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,2020.DOI:10.27005/d.cnki.gdzku.2020.001563. 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[10]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屈庆涛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刘其成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牟春晓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基于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语言模型的并行自适应新闻话题追踪算法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山东大学学报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(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工学版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),2018,48(06):37-43.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[11]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毛伟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徐蔚然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郭军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基于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语言模型和链状朴素贝叶斯分类器的中文文本分类系统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中文信息学报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,2006,(03):29-35.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[12]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徐望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王炳锡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语言模型中的插值平滑技术研究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信息工程大学学报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,2002,(04):13-15.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[13]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江铭虎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朱小燕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袁保宗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一种适应域的汉语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语言模型平滑算法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清华大学学报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(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自然科学版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),1999,(09):99-102.DOI:10.16511/j.cnki.qhdxxb.1999.09.027.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[14]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徐志明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王晓龙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关毅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语言模型的数据平滑技术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计算机应用研究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,1999,(07):37-39+44.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[15]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徐志明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王晓龙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关毅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汉语大词表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统计语言模型构造算法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计算机应用研究</a:t>
            </a:r>
            <a:r>
              <a:rPr lang="en-US" altLang="zh-CN" sz="14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,1999,(06):23-25.</a:t>
            </a:r>
            <a:endParaRPr lang="en-US" altLang="zh-CN" sz="14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39115" y="281940"/>
            <a:ext cx="2317115" cy="785495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sz="4000" b="1">
                <a:solidFill>
                  <a:srgbClr val="BF9F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前人工作</a:t>
            </a:r>
            <a:endParaRPr lang="zh-CN" sz="4000" b="1">
              <a:solidFill>
                <a:srgbClr val="BF9F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39115" y="1457325"/>
            <a:ext cx="11280775" cy="4928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[1]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周东妮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基于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语言模型和语料库的智能翻译语法纠正技术研究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自动化与仪器仪表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,2025,(10):193-197.DOI:10.14016/j.cnki.1001-9227.2025.10.193.</a:t>
            </a:r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[2]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王祎涵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张思佳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曹恒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等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融合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和多重注意力机制的能源领域新词发现方法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科学技术与工程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,2025,25(18):7668-7677.</a:t>
            </a:r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[3]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邵赟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倪申环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杨程珲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等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基于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相似度增强蛋白质肽段组装的方法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——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面向质谱数据分析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电脑知识与技术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,2025,21(18):1-6.DOI:10.14004/j.cnki.ckt.2025.0891.</a:t>
            </a:r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[4]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秦瑞琳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一种改进的基于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的古汉语断句与标点方法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集美大学学报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(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自然科学版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),2025,30(02):198-204.DOI:10.19715/j.jmuzr.2025.02.12.</a:t>
            </a:r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[5]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王巍洁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任慧玲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李晓瑛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等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融合汉字多语义与文本统计特征的中文医学新词发现研究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图书情报工作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,2024,68(06):119-128.DOI:10.13266/j.issn.0252-3116.2024.06.011.</a:t>
            </a:r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[6]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高印权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基于深度学习的文本语法自动纠错模型研究与实现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[D].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电子科技大学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,2020.DOI:10.27005/d.cnki.gdzku.2020.001563. </a:t>
            </a:r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[7]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屈庆涛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刘其成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牟春晓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基于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语言模型的并行自适应新闻话题追踪算法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山东大学学报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(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工学版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),2018,48(06):37-43.</a:t>
            </a:r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[8]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毛伟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徐蔚然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郭军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基于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语言模型和链状朴素贝叶斯分类器的中文文本分类系统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中文信息学报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,2006,(03):29-35.</a:t>
            </a:r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[9]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徐望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王炳锡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N-gram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语言模型中的插值平滑技术研究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信息工程大学学报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,2002,(04):13-15.</a:t>
            </a:r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[10]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江铭虎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朱小燕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袁保宗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一种适应域的汉语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语言模型平滑算法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清华大学学报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(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自然科学版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),1999,(09):99-102.DOI:10.16511/j.cnki.qhdxxb.1999.09.027.</a:t>
            </a:r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[11]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徐志明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王晓龙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关毅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N-gram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语言模型的数据平滑技术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计算机应用研究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,1999,(07):37-39+44.</a:t>
            </a:r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[12]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徐志明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王晓龙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关毅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. 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汉语大词表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N-gram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统计语言模型构造算法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[J].</a:t>
            </a:r>
            <a:r>
              <a:rPr lang="zh-CN" altLang="en-US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计算机应用研究</a:t>
            </a:r>
            <a:r>
              <a:rPr lang="en-US" altLang="zh-CN" sz="1600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,1999,(06):23-25.</a:t>
            </a:r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endParaRPr lang="en-US" altLang="zh-CN" sz="1600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latin typeface="楷体" panose="02010609060101010101" charset="-122"/>
                <a:ea typeface="楷体" panose="02010609060101010101" charset="-122"/>
              </a:rPr>
              <a:t>研究计划</a:t>
            </a:r>
            <a:endParaRPr lang="zh-CN" altLang="en-US" b="1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39115" y="281940"/>
            <a:ext cx="2317115" cy="785495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sz="4000" b="1">
                <a:solidFill>
                  <a:srgbClr val="BF9F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功能设计</a:t>
            </a:r>
            <a:endParaRPr lang="zh-CN" sz="4000" b="1">
              <a:solidFill>
                <a:srgbClr val="BF9F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01135" y="1387475"/>
            <a:ext cx="1909445" cy="311785"/>
          </a:xfrm>
          <a:prstGeom prst="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3505835" y="1387475"/>
            <a:ext cx="2404745" cy="46609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那是一个下雨天</a:t>
            </a:r>
            <a:endParaRPr lang="zh-CN" altLang="en-US" sz="24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1655" y="2047875"/>
            <a:ext cx="1909445" cy="833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39115" y="2047875"/>
            <a:ext cx="5371465" cy="4478020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那是一个下雨天，我看到小明在操场上摔倒了，他的膝盖红红的，我赶紧跑过去扶他起来，发现他腿有点肿，我立刻从书包里拿出纸巾帮他按住伤口，他疼得直掉眼泪，我一边安慰他一边用校服给他包扎，后来我陪他去医务室，老师夸我做得好，小明也拉着我的手说谢谢，那天我虽然淋湿了，但心里特别温暖，原来帮助别人真的很快乐。</a:t>
            </a:r>
            <a:endParaRPr lang="zh-CN" altLang="en-US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9163050" y="2359660"/>
            <a:ext cx="1517015" cy="2659380"/>
            <a:chOff x="11243" y="2185"/>
            <a:chExt cx="2389" cy="4188"/>
          </a:xfrm>
        </p:grpSpPr>
        <p:sp>
          <p:nvSpPr>
            <p:cNvPr id="2" name="圆角矩形 1"/>
            <p:cNvSpPr/>
            <p:nvPr/>
          </p:nvSpPr>
          <p:spPr>
            <a:xfrm>
              <a:off x="11244" y="2185"/>
              <a:ext cx="2388" cy="734"/>
            </a:xfrm>
            <a:prstGeom prst="roundRect">
              <a:avLst/>
            </a:prstGeom>
            <a:solidFill>
              <a:srgbClr val="27496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>
                  <a:solidFill>
                    <a:srgbClr val="BF9F7F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选择模型</a:t>
              </a:r>
              <a:endPara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1243" y="2919"/>
              <a:ext cx="2389" cy="691"/>
            </a:xfrm>
            <a:prstGeom prst="roundRect">
              <a:avLst/>
            </a:prstGeom>
            <a:solidFill>
              <a:srgbClr val="BF9F7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1"/>
            <a:p>
              <a:pPr algn="l"/>
              <a:r>
                <a:rPr lang="en-US" alt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n=1</a:t>
              </a:r>
              <a:endPara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1244" y="3610"/>
              <a:ext cx="2389" cy="691"/>
            </a:xfrm>
            <a:prstGeom prst="roundRect">
              <a:avLst/>
            </a:prstGeom>
            <a:solidFill>
              <a:srgbClr val="BF9F7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1"/>
            <a:p>
              <a:pPr algn="l"/>
              <a:r>
                <a:rPr lang="en-US" alt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n=2</a:t>
              </a:r>
              <a:endPara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1243" y="4301"/>
              <a:ext cx="2389" cy="691"/>
            </a:xfrm>
            <a:prstGeom prst="roundRect">
              <a:avLst/>
            </a:prstGeom>
            <a:solidFill>
              <a:srgbClr val="BF9F7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1"/>
            <a:p>
              <a:pPr algn="l"/>
              <a:r>
                <a:rPr lang="en-US" alt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n=3</a:t>
              </a:r>
              <a:endPara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1243" y="4992"/>
              <a:ext cx="2389" cy="691"/>
            </a:xfrm>
            <a:prstGeom prst="roundRect">
              <a:avLst/>
            </a:prstGeom>
            <a:solidFill>
              <a:srgbClr val="BF9F7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1"/>
            <a:p>
              <a:pPr algn="l"/>
              <a:r>
                <a:rPr lang="en-US" alt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n=4</a:t>
              </a:r>
              <a:endPara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1244" y="5683"/>
              <a:ext cx="2389" cy="691"/>
            </a:xfrm>
            <a:prstGeom prst="roundRect">
              <a:avLst/>
            </a:prstGeom>
            <a:solidFill>
              <a:srgbClr val="BF9F7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1"/>
            <a:p>
              <a:pPr algn="l"/>
              <a:r>
                <a:rPr lang="en-US" alt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n=5</a:t>
              </a:r>
              <a:endPara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39115" y="281940"/>
            <a:ext cx="2317115" cy="785495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4000" b="1">
                <a:solidFill>
                  <a:srgbClr val="BF9F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性能目标</a:t>
            </a:r>
            <a:endParaRPr lang="zh-CN" altLang="en-US" sz="4000" b="1">
              <a:solidFill>
                <a:srgbClr val="BF9F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39115" y="1883410"/>
            <a:ext cx="1516380" cy="46609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时间效率</a:t>
            </a:r>
            <a:endParaRPr lang="zh-CN" altLang="en-US" sz="24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165350" y="1884045"/>
            <a:ext cx="6187440" cy="46545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l"/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每秒</a:t>
            </a:r>
            <a:r>
              <a: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10</a:t>
            </a:r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字以上</a:t>
            </a:r>
            <a:endParaRPr lang="zh-CN" altLang="en-US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39115" y="2476500"/>
            <a:ext cx="1516380" cy="46609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内存占用</a:t>
            </a:r>
            <a:endParaRPr lang="zh-CN" altLang="en-US" sz="24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165350" y="2476500"/>
            <a:ext cx="6187440" cy="46545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l"/>
            <a:r>
              <a:rPr 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3GB</a:t>
            </a:r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以下</a:t>
            </a:r>
            <a:endParaRPr lang="zh-CN" altLang="en-US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39115" y="3069590"/>
            <a:ext cx="1516380" cy="46609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语言</a:t>
            </a:r>
            <a:endParaRPr lang="zh-CN" altLang="en-US" sz="24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165350" y="3068955"/>
            <a:ext cx="6187440" cy="46545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l"/>
            <a:r>
              <a:rPr 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语言连贯通顺</a:t>
            </a:r>
            <a:endParaRPr lang="zh-CN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39115" y="3662680"/>
            <a:ext cx="1516380" cy="46609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词汇</a:t>
            </a:r>
            <a:endParaRPr lang="zh-CN" altLang="en-US" sz="24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165350" y="3661410"/>
            <a:ext cx="6187440" cy="46545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l"/>
            <a:r>
              <a:rPr 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用词多样性较高</a:t>
            </a:r>
            <a:endParaRPr lang="zh-CN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539115" y="4255770"/>
            <a:ext cx="1516380" cy="46609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标点</a:t>
            </a:r>
            <a:endParaRPr lang="zh-CN" altLang="en-US" sz="24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165350" y="4253865"/>
            <a:ext cx="6187440" cy="46545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l"/>
            <a:r>
              <a:rPr 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标点符号使用基本正确，尽可能多样</a:t>
            </a:r>
            <a:endParaRPr lang="zh-CN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39115" y="281940"/>
            <a:ext cx="2317115" cy="785495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4000" b="1">
                <a:solidFill>
                  <a:srgbClr val="BF9F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系统设计</a:t>
            </a:r>
            <a:endParaRPr lang="zh-CN" altLang="en-US" sz="4000" b="1">
              <a:solidFill>
                <a:srgbClr val="BF9F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圆角矩形 2"/>
          <p:cNvSpPr/>
          <p:nvPr>
            <p:custDataLst>
              <p:tags r:id="rId1"/>
            </p:custDataLst>
          </p:nvPr>
        </p:nvSpPr>
        <p:spPr>
          <a:xfrm>
            <a:off x="539115" y="1786255"/>
            <a:ext cx="1887855" cy="77724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预处理</a:t>
            </a:r>
            <a:endParaRPr lang="zh-CN" altLang="en-US" sz="28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539115" y="2766060"/>
            <a:ext cx="1887220" cy="81724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/>
          <a:p>
            <a:pPr algn="ctr"/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文本长度</a:t>
            </a:r>
            <a:endParaRPr lang="zh-CN" altLang="en-US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ctr"/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筛选</a:t>
            </a:r>
            <a:endParaRPr lang="zh-CN" altLang="en-US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2710815" y="1786255"/>
            <a:ext cx="1887220" cy="77724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模型训练</a:t>
            </a:r>
            <a:endParaRPr lang="zh-CN" altLang="en-US" sz="28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7052945" y="1786255"/>
            <a:ext cx="1887855" cy="77724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内容生成</a:t>
            </a:r>
            <a:endParaRPr lang="zh-CN" altLang="en-US" sz="28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20" name="圆角矩形 19"/>
          <p:cNvSpPr/>
          <p:nvPr>
            <p:custDataLst>
              <p:tags r:id="rId5"/>
            </p:custDataLst>
          </p:nvPr>
        </p:nvSpPr>
        <p:spPr>
          <a:xfrm>
            <a:off x="9224645" y="1786255"/>
            <a:ext cx="1887220" cy="77724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前端交互</a:t>
            </a:r>
            <a:endParaRPr lang="zh-CN" altLang="en-US" sz="28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23" name="圆角矩形 22"/>
          <p:cNvSpPr/>
          <p:nvPr>
            <p:custDataLst>
              <p:tags r:id="rId6"/>
            </p:custDataLst>
          </p:nvPr>
        </p:nvSpPr>
        <p:spPr>
          <a:xfrm>
            <a:off x="2710815" y="2766060"/>
            <a:ext cx="1886585" cy="81724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/>
          <a:p>
            <a:pPr algn="ctr"/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逐字统计</a:t>
            </a:r>
            <a:endParaRPr lang="zh-CN" altLang="en-US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24" name="圆角矩形 23"/>
          <p:cNvSpPr/>
          <p:nvPr>
            <p:custDataLst>
              <p:tags r:id="rId7"/>
            </p:custDataLst>
          </p:nvPr>
        </p:nvSpPr>
        <p:spPr>
          <a:xfrm>
            <a:off x="4881880" y="1786255"/>
            <a:ext cx="1887220" cy="77724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模型存储</a:t>
            </a:r>
            <a:endParaRPr lang="zh-CN" altLang="en-US" sz="28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8"/>
            </p:custDataLst>
          </p:nvPr>
        </p:nvSpPr>
        <p:spPr>
          <a:xfrm>
            <a:off x="4881880" y="2766060"/>
            <a:ext cx="1886585" cy="81724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/>
          <a:p>
            <a:pPr algn="ctr"/>
            <a:r>
              <a: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Vector</a:t>
            </a:r>
            <a:endParaRPr lang="en-US" altLang="zh-CN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ctr"/>
            <a:r>
              <a: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+JSON</a:t>
            </a:r>
            <a:endParaRPr lang="en-US" altLang="zh-CN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27" name="圆角矩形 26"/>
          <p:cNvSpPr/>
          <p:nvPr>
            <p:custDataLst>
              <p:tags r:id="rId9"/>
            </p:custDataLst>
          </p:nvPr>
        </p:nvSpPr>
        <p:spPr>
          <a:xfrm>
            <a:off x="7052945" y="2766060"/>
            <a:ext cx="1886585" cy="81724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/>
          <a:p>
            <a:pPr algn="ctr"/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哈希定位</a:t>
            </a:r>
            <a:endParaRPr lang="zh-CN" altLang="en-US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ctr"/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平滑回退</a:t>
            </a:r>
            <a:endParaRPr lang="zh-CN" altLang="en-US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28" name="圆角矩形 27"/>
          <p:cNvSpPr/>
          <p:nvPr>
            <p:custDataLst>
              <p:tags r:id="rId10"/>
            </p:custDataLst>
          </p:nvPr>
        </p:nvSpPr>
        <p:spPr>
          <a:xfrm>
            <a:off x="9224010" y="2766060"/>
            <a:ext cx="1886585" cy="81724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/>
          <a:p>
            <a:pPr algn="ctr"/>
            <a:r>
              <a: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Qt</a:t>
            </a:r>
            <a:endParaRPr lang="en-US" altLang="zh-CN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ctr"/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对话交互</a:t>
            </a:r>
            <a:endParaRPr lang="zh-CN" altLang="en-US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539115" y="3785870"/>
            <a:ext cx="1887220" cy="2884170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每个完整独立段落存储为一个</a:t>
            </a:r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TXT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文件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710815" y="3785870"/>
            <a:ext cx="1887220" cy="2884170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读取</a:t>
            </a:r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TXT</a:t>
            </a:r>
            <a:endParaRPr lang="en-US" altLang="zh-CN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截取</a:t>
            </a:r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n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位提示字符串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计算哈希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向提示字符串</a:t>
            </a:r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n+1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字对应位加一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向下继续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882515" y="3785870"/>
            <a:ext cx="1887220" cy="2884170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使用二维字典结构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一维</a:t>
            </a:r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Key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：提示字符串哈希值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二维</a:t>
            </a:r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Key:</a:t>
            </a:r>
            <a:endParaRPr lang="en-US" altLang="zh-CN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n+1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位字内容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二维</a:t>
            </a:r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Value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：频数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7054215" y="3785870"/>
            <a:ext cx="1887220" cy="2884170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读取提示字符串</a:t>
            </a:r>
            <a:endParaRPr lang="zh-CN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如果有记载：根据频数统计概率随机选择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如果无记载：</a:t>
            </a:r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n-1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平滑回退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cxnSp>
        <p:nvCxnSpPr>
          <p:cNvPr id="34" name="肘形连接符 33"/>
          <p:cNvCxnSpPr>
            <a:stCxn id="3" idx="0"/>
            <a:endCxn id="7" idx="0"/>
          </p:cNvCxnSpPr>
          <p:nvPr/>
        </p:nvCxnSpPr>
        <p:spPr>
          <a:xfrm rot="16200000" flipH="1">
            <a:off x="2568575" y="701040"/>
            <a:ext cx="3175" cy="2171065"/>
          </a:xfrm>
          <a:prstGeom prst="bentConnector3">
            <a:avLst>
              <a:gd name="adj1" fmla="val -746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endCxn id="24" idx="0"/>
          </p:cNvCxnSpPr>
          <p:nvPr/>
        </p:nvCxnSpPr>
        <p:spPr>
          <a:xfrm>
            <a:off x="3655695" y="1544955"/>
            <a:ext cx="2169795" cy="2413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肘形连接符 35"/>
          <p:cNvCxnSpPr>
            <a:stCxn id="24" idx="0"/>
            <a:endCxn id="8" idx="0"/>
          </p:cNvCxnSpPr>
          <p:nvPr/>
        </p:nvCxnSpPr>
        <p:spPr>
          <a:xfrm rot="16200000" flipH="1">
            <a:off x="6911340" y="700405"/>
            <a:ext cx="3175" cy="2171700"/>
          </a:xfrm>
          <a:prstGeom prst="bentConnector3">
            <a:avLst>
              <a:gd name="adj1" fmla="val -74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8" idx="0"/>
            <a:endCxn id="20" idx="0"/>
          </p:cNvCxnSpPr>
          <p:nvPr/>
        </p:nvCxnSpPr>
        <p:spPr>
          <a:xfrm rot="16200000" flipH="1">
            <a:off x="9082405" y="701040"/>
            <a:ext cx="3175" cy="2171065"/>
          </a:xfrm>
          <a:prstGeom prst="bentConnector3">
            <a:avLst>
              <a:gd name="adj1" fmla="val -746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1485265" y="1165860"/>
            <a:ext cx="2171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</a:rPr>
              <a:t>TXT</a:t>
            </a:r>
            <a:endParaRPr lang="en-US" altLang="zh-CN" sz="2000" b="1">
              <a:solidFill>
                <a:srgbClr val="BF9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656330" y="1146175"/>
            <a:ext cx="2171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</a:rPr>
              <a:t>Vector</a:t>
            </a:r>
            <a:endParaRPr lang="en-US" altLang="zh-CN" sz="2000" b="1">
              <a:solidFill>
                <a:srgbClr val="BF9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827395" y="1139825"/>
            <a:ext cx="2171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</a:rPr>
              <a:t>Vector</a:t>
            </a:r>
            <a:endParaRPr lang="en-US" altLang="zh-CN" sz="2000" b="1">
              <a:solidFill>
                <a:srgbClr val="BF9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998460" y="809625"/>
            <a:ext cx="4208145" cy="1049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</a:rPr>
              <a:t>GetResult</a:t>
            </a:r>
            <a:endParaRPr lang="en-US" altLang="zh-CN" sz="2000" b="1">
              <a:solidFill>
                <a:srgbClr val="BF9F7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20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</a:rPr>
              <a:t>(string Prompt,</a:t>
            </a:r>
            <a:r>
              <a:rPr lang="en-US" altLang="zh-CN" sz="20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string Output</a:t>
            </a:r>
            <a:r>
              <a:rPr lang="en-US" altLang="zh-CN" sz="2000" b="1">
                <a:solidFill>
                  <a:srgbClr val="BF9F7F"/>
                </a:solidFill>
                <a:latin typeface="微软雅黑" panose="020B0503020204020204" charset="-122"/>
                <a:ea typeface="微软雅黑" panose="020B0503020204020204" charset="-122"/>
              </a:rPr>
              <a:t>);</a:t>
            </a:r>
            <a:endParaRPr lang="en-US" altLang="zh-CN" sz="2000" b="1">
              <a:solidFill>
                <a:srgbClr val="BF9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9225915" y="3785870"/>
            <a:ext cx="1887220" cy="2884170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对话交互</a:t>
            </a:r>
            <a:endParaRPr lang="zh-CN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可选择不同</a:t>
            </a:r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n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的模型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r>
              <a:rPr lang="en-US" altLang="zh-CN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·</a:t>
            </a:r>
            <a:r>
              <a:rPr lang="zh-CN" altLang="en-US" sz="20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如果文本生成时间较长可考虑流式异步输出</a:t>
            </a:r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  <a:p>
            <a:pPr algn="l"/>
            <a:endParaRPr lang="zh-CN" altLang="en-US" sz="20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人员分工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39115" y="281940"/>
            <a:ext cx="2317115" cy="785495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4000" b="1">
                <a:solidFill>
                  <a:srgbClr val="BF9F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人员分工</a:t>
            </a:r>
            <a:endParaRPr lang="zh-CN" altLang="en-US" sz="4000" b="1">
              <a:solidFill>
                <a:srgbClr val="BF9F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605790" y="2102485"/>
            <a:ext cx="1516380" cy="46609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程千和</a:t>
            </a:r>
            <a:endParaRPr lang="zh-CN" altLang="en-US" sz="24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232025" y="2103120"/>
            <a:ext cx="6187440" cy="46545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l"/>
            <a:r>
              <a:rPr 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组长、架构设计、前端交互</a:t>
            </a:r>
            <a:endParaRPr lang="zh-CN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05790" y="2695575"/>
            <a:ext cx="1516380" cy="46609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周获深</a:t>
            </a:r>
            <a:endParaRPr lang="zh-CN" altLang="en-US" sz="24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232025" y="2695575"/>
            <a:ext cx="6187440" cy="46545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l"/>
            <a:r>
              <a:rPr 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模型训练、模型存储、内容生成</a:t>
            </a:r>
            <a:endParaRPr lang="zh-CN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05790" y="3288665"/>
            <a:ext cx="1516380" cy="46609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周旭涵</a:t>
            </a:r>
            <a:endParaRPr lang="zh-CN" altLang="en-US" sz="24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232025" y="3288030"/>
            <a:ext cx="6187440" cy="46545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l"/>
            <a:r>
              <a:rPr 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样本采集、生成内容评估、性能分析</a:t>
            </a:r>
            <a:endParaRPr lang="zh-CN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计划进度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39115" y="281940"/>
            <a:ext cx="2317115" cy="785495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4000" b="1">
                <a:solidFill>
                  <a:srgbClr val="BF9F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计划进度</a:t>
            </a:r>
            <a:endParaRPr lang="zh-CN" altLang="en-US" sz="4000" b="1">
              <a:solidFill>
                <a:srgbClr val="BF9F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1"/>
            </p:custDataLst>
          </p:nvPr>
        </p:nvSpPr>
        <p:spPr>
          <a:xfrm>
            <a:off x="1567180" y="2102485"/>
            <a:ext cx="1516380" cy="46609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任务分发</a:t>
            </a:r>
            <a:endParaRPr lang="zh-CN" altLang="en-US" sz="24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2"/>
            </p:custDataLst>
          </p:nvPr>
        </p:nvSpPr>
        <p:spPr>
          <a:xfrm>
            <a:off x="3193415" y="2103120"/>
            <a:ext cx="8416290" cy="46545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l"/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确定系统架构、接口标准、开发周期、任务分配</a:t>
            </a:r>
            <a:endParaRPr lang="zh-CN" altLang="en-US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3"/>
            </p:custDataLst>
          </p:nvPr>
        </p:nvSpPr>
        <p:spPr>
          <a:xfrm>
            <a:off x="1567180" y="2695575"/>
            <a:ext cx="1516380" cy="466090"/>
          </a:xfrm>
          <a:prstGeom prst="roundRect">
            <a:avLst/>
          </a:prstGeom>
          <a:solidFill>
            <a:srgbClr val="27496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知识学习</a:t>
            </a:r>
            <a:endParaRPr lang="zh-CN" altLang="en-US" sz="2400" b="1">
              <a:solidFill>
                <a:srgbClr val="BF9F7F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4"/>
            </p:custDataLst>
          </p:nvPr>
        </p:nvSpPr>
        <p:spPr>
          <a:xfrm>
            <a:off x="3193415" y="2695575"/>
            <a:ext cx="8416290" cy="465455"/>
          </a:xfrm>
          <a:prstGeom prst="roundRect">
            <a:avLst/>
          </a:prstGeom>
          <a:solidFill>
            <a:srgbClr val="BF9F7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l"/>
            <a:r>
              <a: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C++</a:t>
            </a:r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知识、数据结构知识、</a:t>
            </a:r>
            <a:r>
              <a: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n-gram</a:t>
            </a:r>
            <a:r>
              <a: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rPr>
              <a:t>知识、前端交互知识</a:t>
            </a:r>
            <a:endParaRPr lang="zh-CN" altLang="en-US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539115" y="2102485"/>
            <a:ext cx="1028065" cy="4667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r"/>
            <a:r>
              <a: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11.29 </a:t>
            </a:r>
            <a:endParaRPr lang="en-US" altLang="zh-CN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539115" y="2695575"/>
            <a:ext cx="1028065" cy="4667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r"/>
            <a:r>
              <a: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rPr>
              <a:t>11.30</a:t>
            </a:r>
            <a:endParaRPr lang="en-US" altLang="zh-CN" sz="2400" b="1">
              <a:solidFill>
                <a:srgbClr val="274963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7"/>
            </p:custDataLst>
          </p:nvPr>
        </p:nvGrpSpPr>
        <p:grpSpPr>
          <a:xfrm>
            <a:off x="539115" y="3288030"/>
            <a:ext cx="11070590" cy="466725"/>
            <a:chOff x="849" y="5178"/>
            <a:chExt cx="17434" cy="735"/>
          </a:xfrm>
        </p:grpSpPr>
        <p:sp>
          <p:nvSpPr>
            <p:cNvPr id="16" name="圆角矩形 15"/>
            <p:cNvSpPr/>
            <p:nvPr>
              <p:custDataLst>
                <p:tags r:id="rId8"/>
              </p:custDataLst>
            </p:nvPr>
          </p:nvSpPr>
          <p:spPr>
            <a:xfrm>
              <a:off x="2468" y="5179"/>
              <a:ext cx="2388" cy="734"/>
            </a:xfrm>
            <a:prstGeom prst="roundRect">
              <a:avLst/>
            </a:prstGeom>
            <a:solidFill>
              <a:srgbClr val="27496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2400" b="1">
                  <a:solidFill>
                    <a:srgbClr val="BF9F7F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一次开发</a:t>
              </a:r>
              <a:endPara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17" name="圆角矩形 16"/>
            <p:cNvSpPr/>
            <p:nvPr>
              <p:custDataLst>
                <p:tags r:id="rId9"/>
              </p:custDataLst>
            </p:nvPr>
          </p:nvSpPr>
          <p:spPr>
            <a:xfrm>
              <a:off x="5029" y="5178"/>
              <a:ext cx="13254" cy="733"/>
            </a:xfrm>
            <a:prstGeom prst="roundRect">
              <a:avLst/>
            </a:prstGeom>
            <a:solidFill>
              <a:srgbClr val="BF9F7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l"/>
              <a:r>
                <a:rPr 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预处理、模型训练、模型存储、内容生成、前端交互</a:t>
              </a:r>
              <a:endParaRPr 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10"/>
              </p:custDataLst>
            </p:nvPr>
          </p:nvSpPr>
          <p:spPr>
            <a:xfrm>
              <a:off x="849" y="5178"/>
              <a:ext cx="1619" cy="73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r"/>
              <a:r>
                <a:rPr lang="en-US" alt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</a:rPr>
                <a:t>12.05</a:t>
              </a:r>
              <a:endPara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539115" y="3880485"/>
            <a:ext cx="11070590" cy="466725"/>
            <a:chOff x="849" y="5178"/>
            <a:chExt cx="17434" cy="735"/>
          </a:xfrm>
        </p:grpSpPr>
        <p:sp>
          <p:nvSpPr>
            <p:cNvPr id="10" name="圆角矩形 9"/>
            <p:cNvSpPr/>
            <p:nvPr>
              <p:custDataLst>
                <p:tags r:id="rId12"/>
              </p:custDataLst>
            </p:nvPr>
          </p:nvSpPr>
          <p:spPr>
            <a:xfrm>
              <a:off x="2468" y="5179"/>
              <a:ext cx="2388" cy="734"/>
            </a:xfrm>
            <a:prstGeom prst="roundRect">
              <a:avLst/>
            </a:prstGeom>
            <a:solidFill>
              <a:srgbClr val="27496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2400" b="1">
                  <a:solidFill>
                    <a:srgbClr val="BF9F7F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二次开发</a:t>
              </a:r>
              <a:endPara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11" name="圆角矩形 10"/>
            <p:cNvSpPr/>
            <p:nvPr>
              <p:custDataLst>
                <p:tags r:id="rId13"/>
              </p:custDataLst>
            </p:nvPr>
          </p:nvSpPr>
          <p:spPr>
            <a:xfrm>
              <a:off x="5029" y="5178"/>
              <a:ext cx="13254" cy="733"/>
            </a:xfrm>
            <a:prstGeom prst="roundRect">
              <a:avLst/>
            </a:prstGeom>
            <a:solidFill>
              <a:srgbClr val="BF9F7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l"/>
              <a:r>
                <a:rPr 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多模型对比、生成内容质量分析、性能分析、打包发布</a:t>
              </a:r>
              <a:endParaRPr 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14"/>
              </p:custDataLst>
            </p:nvPr>
          </p:nvSpPr>
          <p:spPr>
            <a:xfrm>
              <a:off x="849" y="5178"/>
              <a:ext cx="1619" cy="73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r"/>
              <a:r>
                <a:rPr lang="en-US" alt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</a:rPr>
                <a:t>12.12</a:t>
              </a:r>
              <a:endPara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15"/>
            </p:custDataLst>
          </p:nvPr>
        </p:nvGrpSpPr>
        <p:grpSpPr>
          <a:xfrm>
            <a:off x="539115" y="4472940"/>
            <a:ext cx="11070590" cy="466725"/>
            <a:chOff x="849" y="5178"/>
            <a:chExt cx="17434" cy="735"/>
          </a:xfrm>
        </p:grpSpPr>
        <p:sp>
          <p:nvSpPr>
            <p:cNvPr id="18" name="圆角矩形 17"/>
            <p:cNvSpPr/>
            <p:nvPr>
              <p:custDataLst>
                <p:tags r:id="rId16"/>
              </p:custDataLst>
            </p:nvPr>
          </p:nvSpPr>
          <p:spPr>
            <a:xfrm>
              <a:off x="2468" y="5179"/>
              <a:ext cx="2388" cy="734"/>
            </a:xfrm>
            <a:prstGeom prst="roundRect">
              <a:avLst/>
            </a:prstGeom>
            <a:solidFill>
              <a:srgbClr val="27496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2400" b="1">
                  <a:solidFill>
                    <a:srgbClr val="BF9F7F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结果评估</a:t>
              </a:r>
              <a:endPara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19" name="圆角矩形 18"/>
            <p:cNvSpPr/>
            <p:nvPr>
              <p:custDataLst>
                <p:tags r:id="rId17"/>
              </p:custDataLst>
            </p:nvPr>
          </p:nvSpPr>
          <p:spPr>
            <a:xfrm>
              <a:off x="5029" y="5178"/>
              <a:ext cx="13254" cy="733"/>
            </a:xfrm>
            <a:prstGeom prst="roundRect">
              <a:avLst/>
            </a:prstGeom>
            <a:solidFill>
              <a:srgbClr val="BF9F7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l"/>
              <a:r>
                <a:rPr lang="zh-CN" altLang="en-US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对生成内容质量进行评估、对</a:t>
              </a:r>
              <a:r>
                <a:rPr lang="en-US" alt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n</a:t>
              </a:r>
              <a:r>
                <a:rPr lang="zh-CN" altLang="en-US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和随机因子的取值进行评估</a:t>
              </a:r>
              <a:endParaRPr lang="zh-CN" altLang="en-US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8"/>
              </p:custDataLst>
            </p:nvPr>
          </p:nvSpPr>
          <p:spPr>
            <a:xfrm>
              <a:off x="849" y="5178"/>
              <a:ext cx="1619" cy="73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r"/>
              <a:r>
                <a:rPr lang="en-US" alt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</a:rPr>
                <a:t>12.19</a:t>
              </a:r>
              <a:endPara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19"/>
            </p:custDataLst>
          </p:nvPr>
        </p:nvGrpSpPr>
        <p:grpSpPr>
          <a:xfrm>
            <a:off x="539115" y="5064760"/>
            <a:ext cx="11070590" cy="466725"/>
            <a:chOff x="849" y="5178"/>
            <a:chExt cx="17434" cy="735"/>
          </a:xfrm>
        </p:grpSpPr>
        <p:sp>
          <p:nvSpPr>
            <p:cNvPr id="23" name="圆角矩形 22"/>
            <p:cNvSpPr/>
            <p:nvPr>
              <p:custDataLst>
                <p:tags r:id="rId20"/>
              </p:custDataLst>
            </p:nvPr>
          </p:nvSpPr>
          <p:spPr>
            <a:xfrm>
              <a:off x="2468" y="5179"/>
              <a:ext cx="2388" cy="734"/>
            </a:xfrm>
            <a:prstGeom prst="roundRect">
              <a:avLst/>
            </a:prstGeom>
            <a:solidFill>
              <a:srgbClr val="27496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r"/>
              <a:r>
                <a:rPr lang="zh-CN" altLang="en-US" sz="2400" b="1">
                  <a:solidFill>
                    <a:srgbClr val="BF9F7F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总结讨论</a:t>
              </a:r>
              <a:endParaRPr lang="zh-CN" altLang="en-US" sz="2400" b="1">
                <a:solidFill>
                  <a:srgbClr val="BF9F7F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24" name="圆角矩形 23"/>
            <p:cNvSpPr/>
            <p:nvPr>
              <p:custDataLst>
                <p:tags r:id="rId21"/>
              </p:custDataLst>
            </p:nvPr>
          </p:nvSpPr>
          <p:spPr>
            <a:xfrm>
              <a:off x="5029" y="5178"/>
              <a:ext cx="13254" cy="733"/>
            </a:xfrm>
            <a:prstGeom prst="roundRect">
              <a:avLst/>
            </a:prstGeom>
            <a:solidFill>
              <a:srgbClr val="BF9F7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l"/>
              <a:r>
                <a:rPr 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  <a:cs typeface="楷体" panose="02010609060101010101" charset="-122"/>
                </a:rPr>
                <a:t>对项目进行总结讨论</a:t>
              </a:r>
              <a:endParaRPr 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22"/>
              </p:custDataLst>
            </p:nvPr>
          </p:nvSpPr>
          <p:spPr>
            <a:xfrm>
              <a:off x="849" y="5178"/>
              <a:ext cx="1619" cy="73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pPr algn="r"/>
              <a:r>
                <a:rPr lang="en-US" altLang="zh-CN" sz="2400" b="1">
                  <a:solidFill>
                    <a:srgbClr val="274963"/>
                  </a:solidFill>
                  <a:latin typeface="仿宋" panose="02010609060101010101" charset="-122"/>
                  <a:ea typeface="仿宋" panose="02010609060101010101" charset="-122"/>
                </a:rPr>
                <a:t>12.26</a:t>
              </a:r>
              <a:endParaRPr lang="en-US" altLang="zh-CN" sz="2400" b="1">
                <a:solidFill>
                  <a:srgbClr val="274963"/>
                </a:solidFill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</p:spTree>
    <p:custDataLst>
      <p:tags r:id="rId2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0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9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6236747374a79e5de358c405764705c19c6dd1fc"/>
  <p:tag name="KSO_WM_NEWLAYOUT_ID" val="2692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b297205f90182fd6d3ad9aaa0d22f2c33ef203"/>
  <p:tag name="KSO_WM_NEWLAYOUT_GROUP_ID" val="layout_63"/>
  <p:tag name="KSO_WM_NEWLAYOUT_ID" val="slide_704b8a14915c5a72"/>
</p:tagLst>
</file>

<file path=ppt/tags/tag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7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7576a17f77843f9e9ce6963bdfd8a03203823b"/>
  <p:tag name="KSO_WM_NEWLAYOUT_GROUP_ID" val="layout_31"/>
  <p:tag name="KSO_WM_NEWLAYOUT_ID" val="slide_026ae2c13dbe2c5b"/>
</p:tagLst>
</file>

<file path=ppt/tags/tag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bdffca8e3b33e413c65fec22549161b70ebe8b1"/>
  <p:tag name="KSO_WM_NEWLAYOUT_GROUP_ID" val="layout_62"/>
  <p:tag name="KSO_WM_NEWLAYOUT_ID" val="slide_200f6023f42ff4b4"/>
</p:tagLst>
</file>

<file path=ppt/tags/tag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6f28fe621da88dcaabefefed360941df0528dda"/>
  <p:tag name="KSO_WM_NEWLAYOUT_GROUP_ID" val="layout_30"/>
  <p:tag name="KSO_WM_NEWLAYOUT_ID" val="slide_25b27406bff22407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417a972a0cbb772007a1c84fe09943bb751d2b"/>
  <p:tag name="KSO_WM_NEWLAYOUT_GROUP_ID" val="layout_39"/>
  <p:tag name="KSO_WM_NEWLAYOUT_ID" val="slide_e20e62975e2b0dd3"/>
</p:tagLst>
</file>

<file path=ppt/tags/tag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3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3370643aad582b433f0ae4bdb1a6d1e993fd228"/>
  <p:tag name="KSO_WM_NEWLAYOUT_GROUP_ID" val="layout_6"/>
  <p:tag name="KSO_WM_NEWLAYOUT_ID" val="slide_b83507702f20fc3f"/>
</p:tagLst>
</file>

<file path=ppt/tags/tag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be61bc6fefb3e8a33b7387131958b1bc39cfb8c"/>
  <p:tag name="KSO_WM_NEWLAYOUT_GROUP_ID" val="layout_57"/>
  <p:tag name="KSO_WM_NEWLAYOUT_ID" val="slide_138b38c969135e9e"/>
</p:tagLst>
</file>

<file path=ppt/tags/tag9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1e2c1747360b71129ec257f408b4280c1d19bd"/>
  <p:tag name="KSO_WM_NEWLAYOUT_GROUP_ID" val="layout_27"/>
  <p:tag name="KSO_WM_NEWLAYOUT_ID" val="slide_32796d7565842e22"/>
</p:tagLst>
</file>

<file path=ppt/tags/tag10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6e95919feaa0ff73f602d36b82dbe990234cf5"/>
  <p:tag name="KSO_WM_NEWLAYOUT_GROUP_ID" val="layout_60"/>
  <p:tag name="KSO_WM_NEWLAYOUT_ID" val="slide_2e2dbdde591b2dc4"/>
</p:tagLst>
</file>

<file path=ppt/tags/tag1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8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44810d6db0d9ea1399ead2d1fdbf8fdf3e7dfb"/>
  <p:tag name="KSO_WM_NEWLAYOUT_GROUP_ID" val="layout_26"/>
  <p:tag name="KSO_WM_NEWLAYOUT_ID" val="slide_351695b9d561403a"/>
</p:tagLst>
</file>

<file path=ppt/tags/tag1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146a764690cef810d8b876fb086dee416df1c1e"/>
  <p:tag name="KSO_WM_NEWLAYOUT_GROUP_ID" val="layout_2"/>
  <p:tag name="KSO_WM_NEWLAYOUT_ID" val="slide_e31e52eea557da88"/>
</p:tagLst>
</file>

<file path=ppt/tags/tag1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17443a3ddc3d2195269fc8f0ad03e2754079279"/>
  <p:tag name="KSO_WM_NEWLAYOUT_GROUP_ID" val="layout_34"/>
  <p:tag name="KSO_WM_NEWLAYOUT_ID" val="slide_e03d20003557b036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5e44ddf57391c222f3853373497f38a565b1441"/>
  <p:tag name="KSO_WM_NEWLAYOUT_GROUP_ID" val="layout_3"/>
  <p:tag name="KSO_WM_NEWLAYOUT_ID" val="slide_0576b72b971413eb"/>
</p:tagLst>
</file>

<file path=ppt/tags/tag17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2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6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80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d3598bcab2f408c3214b0d9ef42ff77f7527b3c"/>
  <p:tag name="KSO_WM_NEWLAYOUT_GROUP_ID" val="layout_42"/>
  <p:tag name="KSO_WM_NEWLAYOUT_ID" val="slide_11b78b995f5ef151"/>
</p:tagLst>
</file>

<file path=ppt/tags/tag1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9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9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9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9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19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0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0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0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0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0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0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0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0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0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3ca59d811286ebbf470e88233289c39c9287704"/>
  <p:tag name="KSO_WM_NEWLAYOUT_ID" val="2684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0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6b0c565b94fdcf3888cdf86b1e316abeb20f615"/>
  <p:tag name="KSO_WM_NEWLAYOUT_GROUP_ID" val="layout_1-5"/>
  <p:tag name="KSO_WM_NEWLAYOUT_ID" val="slide_cea45c27deb23863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1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1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2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2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22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53"/>
  <p:tag name="KSO_WM_TEMPLATE_CATEGORY" val="custom"/>
</p:tagLst>
</file>

<file path=ppt/tags/tag23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INDEX" val="40490453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2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3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3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3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  <p:tag name="KSO_WM_TEMPLATE_INDEX" val="40490453"/>
  <p:tag name="KSO_WM_TEMPLATE_CATEGORY" val="custom"/>
</p:tagLst>
</file>

<file path=ppt/tags/tag24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4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4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53"/>
  <p:tag name="KSO_WM_TEMPLATE_CATEGORY" val="custom"/>
</p:tagLst>
</file>

<file path=ppt/tags/tag24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INDEX" val="40490453"/>
  <p:tag name="KSO_WM_TEMPLATE_CATEGORY" val="custom"/>
</p:tagLst>
</file>

<file path=ppt/tags/tag245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INDEX" val="40490453"/>
  <p:tag name="KSO_WM_TEMPLATE_CATEGORY" val="custom"/>
</p:tagLst>
</file>

<file path=ppt/tags/tag24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4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53"/>
  <p:tag name="KSO_WM_TEMPLATE_CATEGORY" val="custom"/>
</p:tagLst>
</file>

<file path=ppt/tags/tag250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453"/>
  <p:tag name="KSO_WM_TEMPLATE_CATEGORY" val="custom"/>
</p:tagLst>
</file>

<file path=ppt/tags/tag251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TEMPLATE_INDEX" val="40490453"/>
  <p:tag name="KSO_WM_TEMPLATE_CATEGORY" val="custom"/>
</p:tagLst>
</file>

<file path=ppt/tags/tag252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453"/>
  <p:tag name="KSO_WM_TEMPLATE_CATEGORY" val="custom"/>
</p:tagLst>
</file>

<file path=ppt/tags/tag253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TEMPLATE_INDEX" val="40490453"/>
  <p:tag name="KSO_WM_TEMPLATE_CATEGORY" val="custom"/>
</p:tagLst>
</file>

<file path=ppt/tags/tag25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5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5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5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53"/>
  <p:tag name="KSO_WM_TEMPLATE_CATEGORY" val="custom"/>
</p:tagLst>
</file>

<file path=ppt/tags/tag25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5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6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6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6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6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6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INDEX" val="40490453"/>
  <p:tag name="KSO_WM_TEMPLATE_CATEGORY" val="custom"/>
</p:tagLst>
</file>

<file path=ppt/tags/tag26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6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6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53"/>
  <p:tag name="KSO_WM_TEMPLATE_CATEGORY" val="custom"/>
</p:tagLst>
</file>

<file path=ppt/tags/tag26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53"/>
  <p:tag name="KSO_WM_TEMPLATE_CATEGORY" val="custom"/>
</p:tagLst>
</file>

<file path=ppt/tags/tag27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7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7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7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7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7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7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7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9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7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9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7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9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8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9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81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9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8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9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8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8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8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9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87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8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b5d9ac0a1fc76fc421cdf6fa216d6f64eefbd0dc"/>
  <p:tag name="KSO_WM_NEWLAYOUT_ID" val="2680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89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9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9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9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9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9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9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9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9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9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299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0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0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0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0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0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3ca59d811286ebbf470e88233289c39c9287704"/>
  <p:tag name="KSO_WM_NEWLAYOUT_ID" val="2684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05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0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0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0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0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1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1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13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1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1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1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1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1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1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2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2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6236747374a79e5de358c405764705c19c6dd1fc"/>
  <p:tag name="KSO_WM_NEWLAYOUT_ID" val="2692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c925843c54b3e8195fb55236c40b003aab40263b"/>
  <p:tag name="KSO_WM_NEWLAYOUT_ID" val="1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2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3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3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3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4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4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453"/>
</p:tagLst>
</file>

<file path=ppt/tags/tag34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0453"/>
</p:tagLst>
</file>

<file path=ppt/tags/tag34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4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4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4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4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5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5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52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453"/>
  <p:tag name="KSO_WM_TEMPLATE_CATEGORY" val="custom"/>
  <p:tag name="KSO_WM_TEMPLATE_MASTER_TYPE" val="0"/>
  <p:tag name="KSO_WM_TAG_VERSION" val="3.0"/>
</p:tagLst>
</file>

<file path=ppt/tags/tag353.xml><?xml version="1.0" encoding="utf-8"?>
<p:tagLst xmlns:p="http://schemas.openxmlformats.org/presentationml/2006/main">
  <p:tag name="KSO_WM_AITEMPLATE_STYLE_ID" val="69796628201"/>
</p:tagLst>
</file>

<file path=ppt/tags/tag354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5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b5d9ac0a1fc76fc421cdf6fa216d6f64eefbd0dc"/>
  <p:tag name="KSO_WM_NEWLAYOUT_ID" val="2680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56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PRESET_TEXT" val="BY WPS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57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453"/>
  <p:tag name="KSO_WM_TEMPLATE_CATEGORY" val="custom"/>
  <p:tag name="KSO_WM_SLIDE_INDEX" val="1"/>
  <p:tag name="KSO_WM_SLIDE_ID" val="custom40490453_1"/>
  <p:tag name="KSO_WM_TEMPLATE_MASTER_TYPE" val="0"/>
  <p:tag name="KSO_WM_SLIDE_LAYOUT" val="a_f"/>
  <p:tag name="KSO_WM_SLIDE_LAYOUT_CNT" val="1_2"/>
  <p:tag name="KSO_WM_TAG_VERSION" val="3.0"/>
</p:tagLst>
</file>

<file path=ppt/tags/tag35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3ca59d811286ebbf470e88233289c39c9287704"/>
  <p:tag name="KSO_WM_NEWLAYOUT_ID" val="2684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5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60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453"/>
  <p:tag name="KSO_WM_TEMPLATE_CATEGORY" val="custom"/>
  <p:tag name="KSO_WM_SLIDE_INDEX" val="3"/>
  <p:tag name="KSO_WM_SLIDE_ID" val="custom40490453_7"/>
  <p:tag name="KSO_WM_TEMPLATE_MASTER_TYPE" val="0"/>
  <p:tag name="KSO_WM_SLIDE_LAYOUT" val="a_e"/>
  <p:tag name="KSO_WM_SLIDE_LAYOUT_CNT" val="1_1"/>
  <p:tag name="KSO_WM_TAG_VERSION" val="3.0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201"/>
  <p:tag name="KSO_WM_TEMPLATE_SLIDE_ID" val="slide_11b78b995f5ef151"/>
</p:tagLst>
</file>

<file path=ppt/tags/tag36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201"/>
  <p:tag name="KSO_WM_TEMPLATE_SLIDE_ID" val="slide_11b78b995f5ef151"/>
</p:tagLst>
</file>

<file path=ppt/tags/tag36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201"/>
  <p:tag name="KSO_WM_TEMPLATE_SLIDE_ID" val="slide_11b78b995f5ef151"/>
</p:tagLst>
</file>

<file path=ppt/tags/tag36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201"/>
  <p:tag name="KSO_WM_TEMPLATE_SLIDE_ID" val="slide_11b78b995f5ef151"/>
</p:tagLst>
</file>

<file path=ppt/tags/tag36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3ca59d811286ebbf470e88233289c39c9287704"/>
  <p:tag name="KSO_WM_NEWLAYOUT_ID" val="2684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66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67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453"/>
  <p:tag name="KSO_WM_TEMPLATE_CATEGORY" val="custom"/>
  <p:tag name="KSO_WM_SLIDE_INDEX" val="3"/>
  <p:tag name="KSO_WM_SLIDE_ID" val="custom40490453_7"/>
  <p:tag name="KSO_WM_TEMPLATE_MASTER_TYPE" val="0"/>
  <p:tag name="KSO_WM_SLIDE_LAYOUT" val="a_e"/>
  <p:tag name="KSO_WM_SLIDE_LAYOUT_CNT" val="1_1"/>
  <p:tag name="KSO_WM_TAG_VERSION" val="3.0"/>
</p:tagLst>
</file>

<file path=ppt/tags/tag36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201"/>
  <p:tag name="KSO_WM_TEMPLATE_SLIDE_ID" val="slide_11b78b995f5ef151"/>
</p:tagLst>
</file>

<file path=ppt/tags/tag36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201"/>
  <p:tag name="KSO_WM_TEMPLATE_SLIDE_ID" val="slide_11b78b995f5ef151"/>
</p:tagLst>
</file>

<file path=ppt/tags/tag370.xml><?xml version="1.0" encoding="utf-8"?>
<p:tagLst xmlns:p="http://schemas.openxmlformats.org/presentationml/2006/main">
  <p:tag name="KSO_WM_DIAGRAM_VIRTUALLY_FRAME" val="{&quot;height&quot;:141.5,&quot;left&quot;:42.45,&quot;top&quot;:140.65,&quot;width&quot;:832.5}"/>
</p:tagLst>
</file>

<file path=ppt/tags/tag371.xml><?xml version="1.0" encoding="utf-8"?>
<p:tagLst xmlns:p="http://schemas.openxmlformats.org/presentationml/2006/main">
  <p:tag name="KSO_WM_DIAGRAM_VIRTUALLY_FRAME" val="{&quot;height&quot;:141.5,&quot;left&quot;:42.45,&quot;top&quot;:140.65,&quot;width&quot;:832.5}"/>
</p:tagLst>
</file>

<file path=ppt/tags/tag372.xml><?xml version="1.0" encoding="utf-8"?>
<p:tagLst xmlns:p="http://schemas.openxmlformats.org/presentationml/2006/main">
  <p:tag name="KSO_WM_DIAGRAM_VIRTUALLY_FRAME" val="{&quot;height&quot;:141.5,&quot;left&quot;:42.45,&quot;top&quot;:140.65,&quot;width&quot;:832.5}"/>
</p:tagLst>
</file>

<file path=ppt/tags/tag373.xml><?xml version="1.0" encoding="utf-8"?>
<p:tagLst xmlns:p="http://schemas.openxmlformats.org/presentationml/2006/main">
  <p:tag name="KSO_WM_DIAGRAM_VIRTUALLY_FRAME" val="{&quot;height&quot;:141.5,&quot;left&quot;:42.45,&quot;top&quot;:140.65,&quot;width&quot;:832.5}"/>
</p:tagLst>
</file>

<file path=ppt/tags/tag374.xml><?xml version="1.0" encoding="utf-8"?>
<p:tagLst xmlns:p="http://schemas.openxmlformats.org/presentationml/2006/main">
  <p:tag name="KSO_WM_DIAGRAM_VIRTUALLY_FRAME" val="{&quot;height&quot;:141.5,&quot;left&quot;:42.45,&quot;top&quot;:140.65,&quot;width&quot;:832.5}"/>
</p:tagLst>
</file>

<file path=ppt/tags/tag375.xml><?xml version="1.0" encoding="utf-8"?>
<p:tagLst xmlns:p="http://schemas.openxmlformats.org/presentationml/2006/main">
  <p:tag name="KSO_WM_DIAGRAM_VIRTUALLY_FRAME" val="{&quot;height&quot;:141.5,&quot;left&quot;:42.45,&quot;top&quot;:140.65,&quot;width&quot;:832.5}"/>
</p:tagLst>
</file>

<file path=ppt/tags/tag376.xml><?xml version="1.0" encoding="utf-8"?>
<p:tagLst xmlns:p="http://schemas.openxmlformats.org/presentationml/2006/main">
  <p:tag name="KSO_WM_DIAGRAM_VIRTUALLY_FRAME" val="{&quot;height&quot;:141.5,&quot;left&quot;:42.45,&quot;top&quot;:140.65,&quot;width&quot;:832.5}"/>
</p:tagLst>
</file>

<file path=ppt/tags/tag377.xml><?xml version="1.0" encoding="utf-8"?>
<p:tagLst xmlns:p="http://schemas.openxmlformats.org/presentationml/2006/main">
  <p:tag name="KSO_WM_DIAGRAM_VIRTUALLY_FRAME" val="{&quot;height&quot;:141.5,&quot;left&quot;:42.45,&quot;top&quot;:140.65,&quot;width&quot;:832.5}"/>
</p:tagLst>
</file>

<file path=ppt/tags/tag378.xml><?xml version="1.0" encoding="utf-8"?>
<p:tagLst xmlns:p="http://schemas.openxmlformats.org/presentationml/2006/main">
  <p:tag name="KSO_WM_DIAGRAM_VIRTUALLY_FRAME" val="{&quot;height&quot;:141.5,&quot;left&quot;:42.45,&quot;top&quot;:140.65,&quot;width&quot;:832.5}"/>
</p:tagLst>
</file>

<file path=ppt/tags/tag379.xml><?xml version="1.0" encoding="utf-8"?>
<p:tagLst xmlns:p="http://schemas.openxmlformats.org/presentationml/2006/main">
  <p:tag name="KSO_WM_DIAGRAM_VIRTUALLY_FRAME" val="{&quot;height&quot;:141.5,&quot;left&quot;:42.45,&quot;top&quot;:140.65,&quot;width&quot;:832.5}"/>
</p:tagLst>
</file>

<file path=ppt/tags/tag38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201"/>
  <p:tag name="KSO_WM_TEMPLATE_SLIDE_ID" val="slide_11b78b995f5ef151"/>
</p:tagLst>
</file>

<file path=ppt/tags/tag38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3ca59d811286ebbf470e88233289c39c9287704"/>
  <p:tag name="KSO_WM_NEWLAYOUT_ID" val="2684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8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8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453"/>
  <p:tag name="KSO_WM_TEMPLATE_CATEGORY" val="custom"/>
  <p:tag name="KSO_WM_SLIDE_INDEX" val="3"/>
  <p:tag name="KSO_WM_SLIDE_ID" val="custom40490453_7"/>
  <p:tag name="KSO_WM_TEMPLATE_MASTER_TYPE" val="0"/>
  <p:tag name="KSO_WM_SLIDE_LAYOUT" val="a_e"/>
  <p:tag name="KSO_WM_SLIDE_LAYOUT_CNT" val="1_1"/>
  <p:tag name="KSO_WM_TAG_VERSION" val="3.0"/>
</p:tagLst>
</file>

<file path=ppt/tags/tag38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201"/>
  <p:tag name="KSO_WM_TEMPLATE_SLIDE_ID" val="slide_11b78b995f5ef151"/>
</p:tagLst>
</file>

<file path=ppt/tags/tag38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3ca59d811286ebbf470e88233289c39c9287704"/>
  <p:tag name="KSO_WM_NEWLAYOUT_ID" val="2684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86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387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453"/>
  <p:tag name="KSO_WM_TEMPLATE_CATEGORY" val="custom"/>
  <p:tag name="KSO_WM_SLIDE_INDEX" val="3"/>
  <p:tag name="KSO_WM_SLIDE_ID" val="custom40490453_7"/>
  <p:tag name="KSO_WM_TEMPLATE_MASTER_TYPE" val="0"/>
  <p:tag name="KSO_WM_SLIDE_LAYOUT" val="a_e"/>
  <p:tag name="KSO_WM_SLIDE_LAYOUT_CNT" val="1_1"/>
  <p:tag name="KSO_WM_TAG_VERSION" val="3.0"/>
</p:tagLst>
</file>

<file path=ppt/tags/tag388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389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390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391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392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393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394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395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396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397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398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399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400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401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402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403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404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405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406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407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408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409.xml><?xml version="1.0" encoding="utf-8"?>
<p:tagLst xmlns:p="http://schemas.openxmlformats.org/presentationml/2006/main">
  <p:tag name="KSO_WM_DIAGRAM_VIRTUALLY_FRAME" val="{&quot;height&quot;:223.4,&quot;left&quot;:39.05,&quot;top&quot;:165.55,&quot;width&quot;:875.1}"/>
</p:tagLst>
</file>

<file path=ppt/tags/tag41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8201"/>
  <p:tag name="KSO_WM_TEMPLATE_SLIDE_ID" val="slide_11b78b995f5ef151"/>
</p:tagLst>
</file>

<file path=ppt/tags/tag41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41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6236747374a79e5de358c405764705c19c6dd1fc"/>
  <p:tag name="KSO_WM_NEWLAYOUT_ID" val="2692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53"/>
  <p:tag name="KSO_WM_TEMPLATE_CATEGORY" val="custom"/>
</p:tagLst>
</file>

<file path=ppt/tags/tag413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2f1bc384a532e0ce"/>
  <p:tag name="KSO_WM_TEMPLATE_INDEX" val="40490453"/>
  <p:tag name="KSO_WM_TEMPLATE_CATEGORY" val="custom"/>
  <p:tag name="KSO_WM_SLIDE_INDEX" val="5"/>
  <p:tag name="KSO_WM_SLIDE_ID" val="custom40490453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43">
      <a:dk1>
        <a:srgbClr val="000000"/>
      </a:dk1>
      <a:lt1>
        <a:srgbClr val="FFFFFF"/>
      </a:lt1>
      <a:dk2>
        <a:srgbClr val="24445D"/>
      </a:dk2>
      <a:lt2>
        <a:srgbClr val="F4EDE8"/>
      </a:lt2>
      <a:accent1>
        <a:srgbClr val="BF9F7F"/>
      </a:accent1>
      <a:accent2>
        <a:srgbClr val="EBA641"/>
      </a:accent2>
      <a:accent3>
        <a:srgbClr val="EB6D05"/>
      </a:accent3>
      <a:accent4>
        <a:srgbClr val="EC2429"/>
      </a:accent4>
      <a:accent5>
        <a:srgbClr val="70AD47"/>
      </a:accent5>
      <a:accent6>
        <a:srgbClr val="5791BD"/>
      </a:accent6>
      <a:hlink>
        <a:srgbClr val="2F74E5"/>
      </a:hlink>
      <a:folHlink>
        <a:srgbClr val="B16B8E"/>
      </a:folHlink>
    </a:clrScheme>
    <a:fontScheme name="自定义 4">
      <a:majorFont>
        <a:latin typeface="Times New Roman"/>
        <a:ea typeface="汉仪楷体简"/>
        <a:cs typeface=""/>
      </a:majorFont>
      <a:minorFont>
        <a:latin typeface="Times New Roman"/>
        <a:ea typeface="汉仪楷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3330</Words>
  <Application>WPS 演示</Application>
  <PresentationFormat>宽屏</PresentationFormat>
  <Paragraphs>243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汉仪楷体简</vt:lpstr>
      <vt:lpstr>楷体</vt:lpstr>
      <vt:lpstr>仿宋</vt:lpstr>
      <vt:lpstr>Times New Roman</vt:lpstr>
      <vt:lpstr>Arial Unicode MS</vt:lpstr>
      <vt:lpstr>Calibri</vt:lpstr>
      <vt:lpstr>汉仪楷体简</vt:lpstr>
      <vt:lpstr>Office 主题</vt:lpstr>
      <vt:lpstr>Office 主题​​</vt:lpstr>
      <vt:lpstr>基于n-grame的小学生作文生成器</vt:lpstr>
      <vt:lpstr>n-grame简介</vt:lpstr>
      <vt:lpstr>PowerPoint 演示文稿</vt:lpstr>
      <vt:lpstr>PowerPoint 演示文稿</vt:lpstr>
      <vt:lpstr>PowerPoint 演示文稿</vt:lpstr>
      <vt:lpstr>PowerPoint 演示文稿</vt:lpstr>
      <vt:lpstr>研究计划</vt:lpstr>
      <vt:lpstr>PowerPoint 演示文稿</vt:lpstr>
      <vt:lpstr>PowerPoint 演示文稿</vt:lpstr>
      <vt:lpstr>PowerPoint 演示文稿</vt:lpstr>
      <vt:lpstr>生成式人工智能媒介在记忆转换中的影响</vt:lpstr>
      <vt:lpstr>PowerPoint 演示文稿</vt:lpstr>
      <vt:lpstr>生成式人工智能媒介可能造成的风险举例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从工具到代理：人工智能作为记忆的媒介</dc:title>
  <dc:creator/>
  <cp:lastModifiedBy>程千和</cp:lastModifiedBy>
  <cp:revision>9</cp:revision>
  <dcterms:created xsi:type="dcterms:W3CDTF">2025-11-22T11:22:00Z</dcterms:created>
  <dcterms:modified xsi:type="dcterms:W3CDTF">2025-12-05T13:06:43Z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A6CD8A9AF80542A1B82C581659196A43_13</vt:lpwstr>
  </property>
  <property fmtid="{D5CDD505-2E9C-101B-9397-08002B2CF9AE}" pid="4" name="KSOTemplateUUID">
    <vt:lpwstr>v1.0_ai_69796628201</vt:lpwstr>
  </property>
</Properties>
</file>